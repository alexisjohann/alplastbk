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Verstehen Menschen [X] Interdependenzen?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9EDE"/>
                </a:solidFill>
              </a:defRPr>
            </a:pPr>
            <a:r>
              <a:t>EBF Session EBF-S-2026-01-26-COG-001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FehrAdvice &amp; Partners AG | 26.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13716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212A"/>
                </a:solidFill>
              </a:defRPr>
            </a:pPr>
            <a:r>
              <a:t>Menschen denken im Median 1-2 Schritte voraus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Median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L0+L1 Anteil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047" y="3200400"/>
            <a:ext cx="27432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6047" y="3474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047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49EDE"/>
                </a:solidFill>
              </a:defRPr>
            </a:pPr>
            <a:r>
              <a:t>Konfidenz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Cognitive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solidFill>
            <a:srgbClr val="F3F5F7"/>
          </a:solidFill>
          <a:ln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212A"/>
                </a:solidFill>
              </a:defRPr>
            </a:pPr>
            <a:r>
              <a:t>[Grafik: cognitive_hierarchy_bar]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Zentrale Erkenntnis zu Cognitive Hierarchy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Was bedeutet das für Sie?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Komplexität reduzieren: Weniger Elemente, klarere Strukturen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304" y="1371600"/>
            <a:ext cx="5486400" cy="2286000"/>
          </a:xfrm>
          <a:prstGeom prst="roundRect">
            <a:avLst/>
          </a:prstGeom>
          <a:solidFill>
            <a:srgbClr val="7E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0624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624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212A"/>
                </a:solidFill>
              </a:defRPr>
            </a:pPr>
            <a:r>
              <a:t>Feedback verbessern: Konsequenzen sichtbar machen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A1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212A"/>
                </a:solidFill>
              </a:defRPr>
            </a:pPr>
            <a:r>
              <a:t>Verzögerungen minimieren: Zeitnahe Rückmeldungen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304" y="3840480"/>
            <a:ext cx="5486400" cy="2286000"/>
          </a:xfrm>
          <a:prstGeom prst="roundRect">
            <a:avLst/>
          </a:prstGeom>
          <a:solidFill>
            <a:srgbClr val="DEC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624" y="4114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624" y="4937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5212A"/>
                </a:solidFill>
              </a:defRPr>
            </a:pPr>
            <a:r>
              <a:t>Abstraktion vermeiden: Konkrete, greifbare Beispiele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Nächste Schritte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1371600"/>
          </a:xfrm>
          <a:prstGeom prst="roundRect">
            <a:avLst/>
          </a:prstGeom>
          <a:solidFill>
            <a:srgbClr val="0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Komplexität reduzieren ist der wichtigste Hebel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 w="25400"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Systeme vereinfachen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365760" cy="365760"/>
          </a:xfrm>
          <a:prstGeom prst="rect">
            <a:avLst/>
          </a:prstGeom>
          <a:noFill/>
          <a:ln w="25400"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Feedback-Schleifen einbauen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365760" cy="365760"/>
          </a:xfrm>
          <a:prstGeom prst="rect">
            <a:avLst/>
          </a:prstGeom>
          <a:noFill/>
          <a:ln w="25400">
            <a:solidFill>
              <a:srgbClr val="024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663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212A"/>
                </a:solidFill>
              </a:defRPr>
            </a:pPr>
            <a:r>
              <a:t>Abstraktion vermeiden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4079"/>
                </a:solidFill>
              </a:defRPr>
            </a:pPr>
            <a:r>
              <a:t>Quellen &amp; Kontakt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Camerer et al. (2004): Cognitive Hierarchy</a:t>
            </a:r>
          </a:p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Kahneman (2011): Thinking, Fast and Slow</a:t>
            </a:r>
          </a:p>
          <a:p>
            <a:pPr>
              <a:spcAft>
                <a:spcPts val="800"/>
              </a:spcAft>
              <a:defRPr sz="1400">
                <a:solidFill>
                  <a:srgbClr val="25212A"/>
                </a:solidFill>
              </a:defRPr>
            </a:pPr>
            <a:r>
              <a:t>• Simon (1955): Bounded Rationality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33695" cy="27432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785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4079"/>
                </a:solidFill>
              </a:defRPr>
            </a:pPr>
            <a:r>
              <a:t>FehrAdvice &amp; Partners 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47850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5212A"/>
                </a:solidFill>
              </a:defRPr>
            </a:pPr>
            <a:r>
              <a:t>info@fehradvice.com</a:t>
            </a:r>
          </a:p>
          <a:p>
            <a:pPr>
              <a:defRPr sz="1400">
                <a:solidFill>
                  <a:srgbClr val="024079"/>
                </a:solidFill>
              </a:defRPr>
            </a:pPr>
            <a:r>
              <a:t>www.fehradvice.com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