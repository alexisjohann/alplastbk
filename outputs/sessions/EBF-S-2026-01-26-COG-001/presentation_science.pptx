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Verstehen Menschen [X] Interdependenzen?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9EDE"/>
                </a:solidFill>
              </a:defRPr>
            </a:pPr>
            <a:r>
              <a:t>EBF Session EBF-S-2026-01-26-COG-001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FehrAdvice &amp; Partners AG | 26.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13716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212A"/>
                </a:solidFill>
              </a:defRPr>
            </a:pPr>
            <a:r>
              <a:t>Menschen denken im Median 1-2 Schritte voraus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Median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L0+L1 Anteil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0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60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0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Konfidenz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Cognitive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solidFill>
            <a:srgbClr val="F3F5F7"/>
          </a:solidFill>
          <a:ln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212A"/>
                </a:solidFill>
              </a:defRPr>
            </a:pPr>
            <a:r>
              <a:t>[Grafik: cognitive_hierarchy_bar]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Zentrale Erkenntnis zu Cognitive Hierarchy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Verständnis nach Komplexität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solidFill>
            <a:srgbClr val="F3F5F7"/>
          </a:solidFill>
          <a:ln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212A"/>
                </a:solidFill>
              </a:defRPr>
            </a:pPr>
            <a:r>
              <a:t>[Grafik: v_n_decay_line]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Zentrale Erkenntnis zu Verständnis nach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Sensitivitätsanalyse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solidFill>
            <a:srgbClr val="F3F5F7"/>
          </a:solidFill>
          <a:ln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212A"/>
                </a:solidFill>
              </a:defRPr>
            </a:pPr>
            <a:r>
              <a:t>[Grafik: sensitivity_donut]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Zentrale Erkenntnis zu Sensitivitätsanalyse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Methodologie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[Inhalt für METHODOLOGY]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Quellen &amp; Kontakt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Camerer et al. (2004): Cognitive Hierarchy</a:t>
            </a:r>
          </a:p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Kahneman (2011): Thinking, Fast and Slow</a:t>
            </a:r>
          </a:p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Simon (1955): Bounded Rationality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33695" cy="27432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785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4079"/>
                </a:solidFill>
              </a:defRPr>
            </a:pPr>
            <a:r>
              <a:t>FehrAdvice &amp; Partners 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47850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5212A"/>
                </a:solidFill>
              </a:defRPr>
            </a:pPr>
            <a:r>
              <a:t>info@fehradvice.com</a:t>
            </a:r>
          </a:p>
          <a:p>
            <a:pPr>
              <a:defRPr sz="1400">
                <a:solidFill>
                  <a:srgbClr val="024079"/>
                </a:solidFill>
              </a:defRPr>
            </a:pPr>
            <a:r>
              <a:t>www.fehradvice.com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