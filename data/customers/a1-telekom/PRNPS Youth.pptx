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916" r:id="rId4"/>
  </p:sldMasterIdLst>
  <p:notesMasterIdLst>
    <p:notesMasterId r:id="rId6"/>
  </p:notesMasterIdLst>
  <p:handoutMasterIdLst>
    <p:handoutMasterId r:id="rId7"/>
  </p:handoutMasterIdLst>
  <p:sldIdLst>
    <p:sldId id="2147480879" r:id="rId5"/>
  </p:sldIdLst>
  <p:sldSz cx="18288000" cy="10288588"/>
  <p:notesSz cx="6797675" cy="9926638"/>
  <p:custShowLst>
    <p:custShow name="Management" id="0">
      <p:sldLst/>
    </p:custShow>
  </p:custShowLst>
  <p:custDataLst>
    <p:tags r:id="rId8"/>
  </p:custDataLst>
  <p:defaultTextStyle>
    <a:defPPr>
      <a:defRPr lang="en-US"/>
    </a:defPPr>
    <a:lvl1pPr marL="0" algn="l" defTabSz="91444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91444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91444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91444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91444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91444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91444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91444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91444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1" orient="horz" pos="5372" userDrawn="1">
          <p15:clr>
            <a:srgbClr val="A4A3A4"/>
          </p15:clr>
        </p15:guide>
        <p15:guide id="15" orient="horz" pos="2152" userDrawn="1">
          <p15:clr>
            <a:srgbClr val="A4A3A4"/>
          </p15:clr>
        </p15:guide>
        <p15:guide id="21" pos="702" userDrawn="1">
          <p15:clr>
            <a:srgbClr val="A4A3A4"/>
          </p15:clr>
        </p15:guide>
        <p15:guide id="22" pos="11294" userDrawn="1">
          <p15:clr>
            <a:srgbClr val="A4A3A4"/>
          </p15:clr>
        </p15:guide>
        <p15:guide id="23" orient="horz" pos="548" userDrawn="1">
          <p15:clr>
            <a:srgbClr val="A4A3A4"/>
          </p15:clr>
        </p15:guide>
        <p15:guide id="24" pos="9162" userDrawn="1">
          <p15:clr>
            <a:srgbClr val="A4A3A4"/>
          </p15:clr>
        </p15:guide>
        <p15:guide id="25" orient="horz" pos="5917" userDrawn="1">
          <p15:clr>
            <a:srgbClr val="A4A3A4"/>
          </p15:clr>
        </p15:guide>
        <p15:guide id="26" pos="5329" userDrawn="1">
          <p15:clr>
            <a:srgbClr val="A4A3A4"/>
          </p15:clr>
        </p15:guide>
        <p15:guide id="27" orient="horz" pos="1834" userDrawn="1">
          <p15:clr>
            <a:srgbClr val="A4A3A4"/>
          </p15:clr>
        </p15:guide>
        <p15:guide id="28" pos="1950" userDrawn="1">
          <p15:clr>
            <a:srgbClr val="A4A3A4"/>
          </p15:clr>
        </p15:guide>
        <p15:guide id="29" pos="589" userDrawn="1">
          <p15:clr>
            <a:srgbClr val="A4A3A4"/>
          </p15:clr>
        </p15:guide>
        <p15:guide id="30" pos="3311" userDrawn="1">
          <p15:clr>
            <a:srgbClr val="A4A3A4"/>
          </p15:clr>
        </p15:guide>
        <p15:guide id="31" pos="4331" userDrawn="1">
          <p15:clr>
            <a:srgbClr val="A4A3A4"/>
          </p15:clr>
        </p15:guide>
        <p15:guide id="32" pos="6350" userDrawn="1">
          <p15:clr>
            <a:srgbClr val="A4A3A4"/>
          </p15:clr>
        </p15:guide>
        <p15:guide id="33" pos="6849" userDrawn="1">
          <p15:clr>
            <a:srgbClr val="A4A3A4"/>
          </p15:clr>
        </p15:guide>
        <p15:guide id="34" pos="7348" userDrawn="1">
          <p15:clr>
            <a:srgbClr val="A4A3A4"/>
          </p15:clr>
        </p15:guide>
        <p15:guide id="35" pos="8708" userDrawn="1">
          <p15:clr>
            <a:srgbClr val="A4A3A4"/>
          </p15:clr>
        </p15:guide>
        <p15:guide id="36" pos="10523" userDrawn="1">
          <p15:clr>
            <a:srgbClr val="A4A3A4"/>
          </p15:clr>
        </p15:guide>
        <p15:guide id="37" orient="horz" pos="5146" userDrawn="1">
          <p15:clr>
            <a:srgbClr val="A4A3A4"/>
          </p15:clr>
        </p15:guide>
        <p15:guide id="38" orient="horz" pos="3399" userDrawn="1">
          <p15:clr>
            <a:srgbClr val="A4A3A4"/>
          </p15:clr>
        </p15:guide>
        <p15:guide id="39" orient="horz" pos="421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or" initials="M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8" name="Autor" initials="A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81FF"/>
    <a:srgbClr val="FA8A80"/>
    <a:srgbClr val="EB140A"/>
    <a:srgbClr val="B00F08"/>
    <a:srgbClr val="0049D3"/>
    <a:srgbClr val="00246A"/>
    <a:srgbClr val="BFBFBF"/>
    <a:srgbClr val="A0AFF0"/>
    <a:srgbClr val="8E8BFF"/>
    <a:srgbClr val="696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1140" y="68"/>
      </p:cViewPr>
      <p:guideLst>
        <p:guide orient="horz" pos="5372"/>
        <p:guide orient="horz" pos="2152"/>
        <p:guide pos="702"/>
        <p:guide pos="11294"/>
        <p:guide orient="horz" pos="548"/>
        <p:guide pos="9162"/>
        <p:guide orient="horz" pos="5917"/>
        <p:guide pos="5329"/>
        <p:guide orient="horz" pos="1834"/>
        <p:guide pos="1950"/>
        <p:guide pos="589"/>
        <p:guide pos="3311"/>
        <p:guide pos="4331"/>
        <p:guide pos="6350"/>
        <p:guide pos="6849"/>
        <p:guide pos="7348"/>
        <p:guide pos="8708"/>
        <p:guide pos="10523"/>
        <p:guide orient="horz" pos="5146"/>
        <p:guide orient="horz" pos="3399"/>
        <p:guide orient="horz" pos="42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0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F68C1-94C5-D54A-96E9-C1429FDF5B8B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237419-D722-2343-8BDB-E438D5E5B82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40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4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4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91444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91444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91444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91444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91444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91444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91444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91444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C5E5B-1820-9230-8B79-0DDA8E996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A066BEB-9C1F-A70B-A029-3D415F523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1E81517-715A-160A-4A5E-635D87603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050"/>
              <a:t>Youth: bis 29</a:t>
            </a:r>
          </a:p>
          <a:p>
            <a:r>
              <a:rPr lang="de-DE" sz="1050" err="1"/>
              <a:t>Families</a:t>
            </a:r>
            <a:endParaRPr lang="de-DE" sz="1050"/>
          </a:p>
          <a:p>
            <a:r>
              <a:rPr lang="de-DE" sz="1050"/>
              <a:t>3+</a:t>
            </a:r>
          </a:p>
          <a:p>
            <a:r>
              <a:rPr lang="de-DE" sz="1050"/>
              <a:t>Seniors 60+</a:t>
            </a:r>
          </a:p>
          <a:p>
            <a:r>
              <a:rPr lang="de-DE" sz="1050"/>
              <a:t>Family </a:t>
            </a:r>
          </a:p>
          <a:p>
            <a:r>
              <a:rPr lang="de-DE" sz="1050"/>
              <a:t>Youth: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 greifen den Markt aktiv an und positionieren uns deutlich jünger.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Kernzielgruppe: 18–29 Jahre, nach Lebensphase (Schule/Uni vs. Beruf/erste Wohnung).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Kerninsights</a:t>
            </a: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junge Zielgruppen erwarten Flexibilität, Einfachheit, digitale </a:t>
            </a:r>
            <a:r>
              <a:rPr lang="de-AT" sz="105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Experiences</a:t>
            </a: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Telco ist aktuell rein funktional und bietet Differenzierungspotenzial.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Aufbau einer klaren, modernen Youth‑Brand (relevanter Ton, Value‑Branding, Youth Ambassadors).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 attraktiver machen (Gaming Hubs, interaktive Erlebnisse, Takeover‑Events im Shop).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Erlebnisse schaffen: Online &amp; Offline durch Kooperationen, Markenpartnerschaften und Events.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Angebot ausweiten um Services, die im Jugendsegment echten Mehrwert stiften.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Klare Business‑Ambition: Verdoppelung der Net </a:t>
            </a:r>
            <a:r>
              <a:rPr lang="de-AT" sz="105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Adds</a:t>
            </a: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 Kernsegment und deutlicher Penetrationsanstieg bis 2026/2030.</a:t>
            </a:r>
          </a:p>
          <a:p>
            <a:endParaRPr lang="de-DE" sz="1050"/>
          </a:p>
          <a:p>
            <a:r>
              <a:rPr lang="de-DE" sz="1050"/>
              <a:t>Family: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Wert pro Haushalt steigern, insbesondere durch Familien‑ und Mehrgeräte‑Nutzung.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Anteil A1 an HH gesamt: 35%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Fokus auf mehr Produkten pro Haushalt (Family-SIM, Zusatzkarten, Geräte).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Stärkung von Multiprodukt‑Haushalten und </a:t>
            </a:r>
            <a:r>
              <a:rPr lang="de-AT" sz="105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Dualization</a:t>
            </a: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‑Strategien.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Entwicklung eines klaren Care &amp; Service </a:t>
            </a:r>
            <a:r>
              <a:rPr lang="de-AT" sz="105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Propositions</a:t>
            </a: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für Familien (in Arbeit).</a:t>
            </a:r>
          </a:p>
          <a:p>
            <a:endParaRPr lang="de-DE" sz="1050"/>
          </a:p>
          <a:p>
            <a:r>
              <a:rPr lang="de-DE" sz="1050"/>
              <a:t>Senioren: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Wertmaximierung durch Loyalität, Vertrauen und persönliche Betreuung.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Vereinfachung und klare, leicht verständliche Services für die Zielgruppe.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Bewertung neuer Services (z. B. Care‑Services, Sicherheitslösungen). Bewertung gezielter preislicher Weiterentwicklungen im Segment.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Anteil Seniors in A1 Base gesamt: 43%</a:t>
            </a:r>
          </a:p>
          <a:p>
            <a:endParaRPr lang="de-DE" sz="1050"/>
          </a:p>
          <a:p>
            <a:r>
              <a:rPr lang="de-DE" sz="1050"/>
              <a:t>Neue Geschäftsfelder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Ausbau unseres Portfolios um neue margenstarke Services außerhalb des klassischen Telco‑Kerns.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Entwicklung neuer Einnahmequellen in den Bereichen Energie, Gesundheit, Finanzen, IT‑Software (AI) sowie Care‑/Assistenz‑Services.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Fokus auf Angebote, die ARPU steigern und hohe Alltagsrelevanz für </a:t>
            </a:r>
            <a:r>
              <a:rPr lang="de-AT" sz="105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Kund:innen</a:t>
            </a: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haben.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Nutzung des Pick‑and‑Swap‑Modells als Wachstumshebel: flexible Buchung und monatlicher Wechsel attraktiver Services.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Services als eigenständige Slots oder im Bundle mit Mobile/Internet-Tarifen nutzbar.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Starke Integration in die Mein‑A1‑App für einfache Buchung und Verwaltung.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Kombination mit einem vereinfachten Security‑Portfolio inkl. neuen Schutzfunktionen (z. B. gegen </a:t>
            </a:r>
            <a:r>
              <a:rPr lang="de-AT" sz="105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Caller</a:t>
            </a: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‑ID‑Spoofing). </a:t>
            </a:r>
          </a:p>
          <a:p>
            <a:pPr marL="342900" marR="0" lvl="0" indent="-34290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AT" sz="105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Ziel: Aufbau eines umfassenden A1‑Ökosystems, das langfristige Kundenbindung und zusätzliche Umsätze generiert.</a:t>
            </a:r>
          </a:p>
          <a:p>
            <a:endParaRPr lang="de-DE" sz="105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CD62398-440C-F65C-CF9B-D2C35EE14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E3F907-4EA1-8B4A-A123-2F634F0A3CEB}" type="slidenum">
              <a:rPr kumimoji="0" lang="de-A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A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7037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‹Nr.›</a:t>
            </a:fld>
            <a:endParaRPr lang="en-US" sz="1200" b="1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12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69761A85-8E7E-2113-7C44-774BCEB750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601" y="2792493"/>
            <a:ext cx="16566098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200"/>
            </a:lvl1pPr>
            <a:lvl2pPr marL="711200" indent="-3429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2pPr>
            <a:lvl3pPr marL="1079500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/>
              <a:t>Edit text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</p:spTree>
    <p:extLst>
      <p:ext uri="{BB962C8B-B14F-4D97-AF65-F5344CB8AC3E}">
        <p14:creationId xmlns:p14="http://schemas.microsoft.com/office/powerpoint/2010/main" val="1011284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/ negativ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Interaktive Schaltfläche: Leer 2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E96AF42-057E-48EF-9A5A-F96C8F60E297}"/>
              </a:ext>
            </a:extLst>
          </p:cNvPr>
          <p:cNvSpPr/>
          <p:nvPr userDrawn="1"/>
        </p:nvSpPr>
        <p:spPr>
          <a:xfrm>
            <a:off x="0" y="0"/>
            <a:ext cx="18288000" cy="2911475"/>
          </a:xfrm>
          <a:prstGeom prst="actionButtonBlank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3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Interaktive Schaltfläche: Leer 2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AF92A29-7A24-59AB-CCF6-4599F5DF1958}"/>
              </a:ext>
            </a:extLst>
          </p:cNvPr>
          <p:cNvSpPr/>
          <p:nvPr userDrawn="1"/>
        </p:nvSpPr>
        <p:spPr>
          <a:xfrm>
            <a:off x="854873" y="2042777"/>
            <a:ext cx="16578254" cy="6935083"/>
          </a:xfrm>
          <a:prstGeom prst="actionButtonBlank">
            <a:avLst/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190500" dist="152400" dir="5400000" sx="101000" sy="101000" algn="tr" rotWithShape="0">
              <a:schemeClr val="accent1">
                <a:alpha val="2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‹Nr.›</a:t>
            </a:fld>
            <a:endParaRPr lang="en-US" sz="1200" b="1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12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69761A85-8E7E-2113-7C44-774BCEB750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7851" y="2665757"/>
            <a:ext cx="15328867" cy="5668338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200"/>
            </a:lvl1pPr>
            <a:lvl2pPr marL="711200" indent="-3429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2pPr>
            <a:lvl3pPr marL="1079500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/>
              <a:t>Edit text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FF53D345-0A91-2F3B-EA73-73CB3F50B1B7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err="1">
                <a:solidFill>
                  <a:schemeClr val="bg1"/>
                </a:solidFill>
              </a:rPr>
              <a:t>Draft</a:t>
            </a:r>
            <a:r>
              <a:rPr lang="de-AT" sz="900" b="0">
                <a:solidFill>
                  <a:schemeClr val="bg1"/>
                </a:solidFill>
              </a:rPr>
              <a:t> </a:t>
            </a:r>
            <a:r>
              <a:rPr lang="de-AT" sz="900" b="0" err="1">
                <a:solidFill>
                  <a:schemeClr val="bg1"/>
                </a:solidFill>
              </a:rPr>
              <a:t>for</a:t>
            </a:r>
            <a:r>
              <a:rPr lang="de-AT" sz="900" b="0">
                <a:solidFill>
                  <a:schemeClr val="bg1"/>
                </a:solidFill>
              </a:rPr>
              <a:t> internal </a:t>
            </a:r>
            <a:r>
              <a:rPr lang="de-AT" sz="900" b="0" err="1">
                <a:solidFill>
                  <a:schemeClr val="bg1"/>
                </a:solidFill>
              </a:rPr>
              <a:t>discussion</a:t>
            </a:r>
            <a:endParaRPr lang="en-US" sz="900" b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225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  <p15:guide id="2" orient="horz" pos="18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/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‹Nr.›</a:t>
            </a:fld>
            <a:endParaRPr lang="en-US" sz="1200" b="1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12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23" name="Textplatzhalter 8">
            <a:extLst>
              <a:ext uri="{FF2B5EF4-FFF2-40B4-BE49-F238E27FC236}">
                <a16:creationId xmlns:a16="http://schemas.microsoft.com/office/drawing/2014/main" id="{61F23E4F-0FFB-0139-0409-AB0805D59E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05390" y="2792493"/>
            <a:ext cx="5309322" cy="6184398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/>
              <a:t>Edit text 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sp>
        <p:nvSpPr>
          <p:cNvPr id="24" name="Textplatzhalter 8">
            <a:extLst>
              <a:ext uri="{FF2B5EF4-FFF2-40B4-BE49-F238E27FC236}">
                <a16:creationId xmlns:a16="http://schemas.microsoft.com/office/drawing/2014/main" id="{F378FE64-59DE-F490-6504-04FA9FC2C8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3601" y="2792493"/>
            <a:ext cx="5309322" cy="6184398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/>
              <a:t>Edit text 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D95C0169-FA54-57CD-FF42-7275C3BEEE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9606" y="2792493"/>
            <a:ext cx="5309322" cy="6184398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/>
              <a:t>Edit text 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</p:spTree>
    <p:extLst>
      <p:ext uri="{BB962C8B-B14F-4D97-AF65-F5344CB8AC3E}">
        <p14:creationId xmlns:p14="http://schemas.microsoft.com/office/powerpoint/2010/main" val="288520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  <p15:guide id="2" orient="horz" pos="18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 &amp;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‹Nr.›</a:t>
            </a:fld>
            <a:endParaRPr lang="en-US" sz="1200" b="1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12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3" name="Bildplatzhalter 2" descr="Place image here&#10;">
            <a:extLst>
              <a:ext uri="{FF2B5EF4-FFF2-40B4-BE49-F238E27FC236}">
                <a16:creationId xmlns:a16="http://schemas.microsoft.com/office/drawing/2014/main" id="{62A04F81-E8B7-2581-DD99-069F54EA45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144000" y="2792495"/>
            <a:ext cx="9143999" cy="61853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5400" indent="0" algn="ctr">
              <a:buFontTx/>
              <a:buNone/>
              <a:defRPr sz="1600"/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DB4A65E3-4B35-E812-A735-7F28310F35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601" y="2792493"/>
            <a:ext cx="7975599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200"/>
            </a:lvl1pPr>
            <a:lvl2pPr marL="711200" indent="-3429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2pPr>
            <a:lvl3pPr marL="1079500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/>
              <a:t>Edit text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</p:spTree>
    <p:extLst>
      <p:ext uri="{BB962C8B-B14F-4D97-AF65-F5344CB8AC3E}">
        <p14:creationId xmlns:p14="http://schemas.microsoft.com/office/powerpoint/2010/main" val="1998281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  <p15:guide id="2" orient="horz" pos="18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raft / HL &amp; Text  &amp; Image R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err="1">
                <a:solidFill>
                  <a:schemeClr val="bg1"/>
                </a:solidFill>
              </a:rPr>
              <a:t>Draft</a:t>
            </a:r>
            <a:r>
              <a:rPr lang="de-AT" sz="900" b="0">
                <a:solidFill>
                  <a:schemeClr val="bg1"/>
                </a:solidFill>
              </a:rPr>
              <a:t> </a:t>
            </a:r>
            <a:r>
              <a:rPr lang="de-AT" sz="900" b="0" err="1">
                <a:solidFill>
                  <a:schemeClr val="bg1"/>
                </a:solidFill>
              </a:rPr>
              <a:t>for</a:t>
            </a:r>
            <a:r>
              <a:rPr lang="de-AT" sz="900" b="0">
                <a:solidFill>
                  <a:schemeClr val="bg1"/>
                </a:solidFill>
              </a:rPr>
              <a:t> internal </a:t>
            </a:r>
            <a:r>
              <a:rPr lang="de-AT" sz="900" b="0" err="1">
                <a:solidFill>
                  <a:schemeClr val="bg1"/>
                </a:solidFill>
              </a:rPr>
              <a:t>discussioni</a:t>
            </a:r>
            <a:endParaRPr lang="en-US" sz="900" b="0">
              <a:solidFill>
                <a:schemeClr val="bg1"/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5106649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bg1"/>
                </a:solidFill>
                <a:latin typeface="Verdana"/>
                <a:cs typeface="Verdana"/>
              </a:rPr>
              <a:pPr algn="l"/>
              <a:t>‹Nr.›</a:t>
            </a:fld>
            <a:endParaRPr lang="en-US" sz="1200" b="1">
              <a:solidFill>
                <a:schemeClr val="bg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bg1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12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3" name="Bildplatzhalter 2" descr="Place image here&#10;">
            <a:extLst>
              <a:ext uri="{FF2B5EF4-FFF2-40B4-BE49-F238E27FC236}">
                <a16:creationId xmlns:a16="http://schemas.microsoft.com/office/drawing/2014/main" id="{62A04F81-E8B7-2581-DD99-069F54EA45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144000" y="2792495"/>
            <a:ext cx="9143999" cy="61853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5400" indent="0" algn="ctr">
              <a:buFontTx/>
              <a:buNone/>
              <a:defRPr sz="1600"/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DB4A65E3-4B35-E812-A735-7F28310F35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601" y="2792493"/>
            <a:ext cx="7975599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/>
              <a:defRPr sz="2200">
                <a:solidFill>
                  <a:schemeClr val="bg1"/>
                </a:solidFill>
              </a:defRPr>
            </a:lvl1pPr>
            <a:lvl2pPr marL="711200" indent="-342900" defTabSz="7200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>
                <a:solidFill>
                  <a:schemeClr val="bg1"/>
                </a:solidFill>
              </a:defRPr>
            </a:lvl2pPr>
            <a:lvl3pPr marL="1079500" indent="-355600" defTabSz="7200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>
                <a:solidFill>
                  <a:schemeClr val="bg1"/>
                </a:solidFill>
              </a:defRPr>
            </a:lvl3pPr>
            <a:lvl4pPr marL="1406524" indent="-342900" defTabSz="7200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>
                <a:solidFill>
                  <a:schemeClr val="bg1"/>
                </a:solidFill>
              </a:defRPr>
            </a:lvl4pPr>
            <a:lvl5pPr marL="1800226" indent="-355600" defTabSz="7200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Edit text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522D322-A349-B9F0-D62D-16F2F6C763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597892" y="9160853"/>
            <a:ext cx="1054712" cy="105471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801FA60-9EA1-444F-38FB-A7C15D3779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5904551" y="396158"/>
            <a:ext cx="1750598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  <p15:guide id="2" orient="horz" pos="183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raft / HL &amp; Text  &amp; Image Right">
    <p:bg>
      <p:bgPr>
        <a:solidFill>
          <a:srgbClr val="46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err="1">
                <a:solidFill>
                  <a:schemeClr val="bg1"/>
                </a:solidFill>
              </a:rPr>
              <a:t>Draft</a:t>
            </a:r>
            <a:r>
              <a:rPr lang="de-AT" sz="900" b="0">
                <a:solidFill>
                  <a:schemeClr val="bg1"/>
                </a:solidFill>
              </a:rPr>
              <a:t> </a:t>
            </a:r>
            <a:r>
              <a:rPr lang="de-AT" sz="900" b="0" err="1">
                <a:solidFill>
                  <a:schemeClr val="bg1"/>
                </a:solidFill>
              </a:rPr>
              <a:t>for</a:t>
            </a:r>
            <a:r>
              <a:rPr lang="de-AT" sz="900" b="0">
                <a:solidFill>
                  <a:schemeClr val="bg1"/>
                </a:solidFill>
              </a:rPr>
              <a:t> internal </a:t>
            </a:r>
            <a:r>
              <a:rPr lang="de-AT" sz="900" b="0" err="1">
                <a:solidFill>
                  <a:schemeClr val="bg1"/>
                </a:solidFill>
              </a:rPr>
              <a:t>discussioni</a:t>
            </a:r>
            <a:endParaRPr lang="en-US" sz="900" b="0">
              <a:solidFill>
                <a:schemeClr val="bg1"/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5106649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bg1"/>
                </a:solidFill>
                <a:latin typeface="Verdana"/>
                <a:cs typeface="Verdana"/>
              </a:rPr>
              <a:pPr algn="l"/>
              <a:t>‹Nr.›</a:t>
            </a:fld>
            <a:endParaRPr lang="en-US" sz="1200" b="1">
              <a:solidFill>
                <a:schemeClr val="bg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bg1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12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3" name="Bildplatzhalter 2" descr="Place image here&#10;">
            <a:extLst>
              <a:ext uri="{FF2B5EF4-FFF2-40B4-BE49-F238E27FC236}">
                <a16:creationId xmlns:a16="http://schemas.microsoft.com/office/drawing/2014/main" id="{62A04F81-E8B7-2581-DD99-069F54EA45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144000" y="2792495"/>
            <a:ext cx="9143999" cy="61853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5400" indent="0" algn="ctr">
              <a:buFontTx/>
              <a:buNone/>
              <a:defRPr sz="1600"/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DB4A65E3-4B35-E812-A735-7F28310F35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601" y="2792493"/>
            <a:ext cx="7975599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/>
              <a:defRPr sz="2200">
                <a:solidFill>
                  <a:schemeClr val="bg1"/>
                </a:solidFill>
              </a:defRPr>
            </a:lvl1pPr>
            <a:lvl2pPr marL="711200" indent="-342900" defTabSz="7200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>
                <a:solidFill>
                  <a:schemeClr val="bg1"/>
                </a:solidFill>
              </a:defRPr>
            </a:lvl2pPr>
            <a:lvl3pPr marL="1079500" indent="-355600" defTabSz="7200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>
                <a:solidFill>
                  <a:schemeClr val="bg1"/>
                </a:solidFill>
              </a:defRPr>
            </a:lvl3pPr>
            <a:lvl4pPr marL="1406524" indent="-342900" defTabSz="7200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>
                <a:solidFill>
                  <a:schemeClr val="bg1"/>
                </a:solidFill>
              </a:defRPr>
            </a:lvl4pPr>
            <a:lvl5pPr marL="1800226" indent="-355600" defTabSz="7200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Edit text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522D322-A349-B9F0-D62D-16F2F6C763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597892" y="9160853"/>
            <a:ext cx="1054712" cy="105471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801FA60-9EA1-444F-38FB-A7C15D3779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5904551" y="396158"/>
            <a:ext cx="1750598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085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  <p15:guide id="2" orient="horz" pos="183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&amp; Image Right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9582282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‹Nr.›</a:t>
            </a:fld>
            <a:endParaRPr lang="en-US" sz="1200" b="1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6603123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12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49048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958426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3" name="Bildplatzhalter 2" descr="Place image here&#10;">
            <a:extLst>
              <a:ext uri="{FF2B5EF4-FFF2-40B4-BE49-F238E27FC236}">
                <a16:creationId xmlns:a16="http://schemas.microsoft.com/office/drawing/2014/main" id="{62A04F81-E8B7-2581-DD99-069F54EA45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879667" y="-2"/>
            <a:ext cx="7408332" cy="102885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5400" indent="0" algn="ctr">
              <a:buFontTx/>
              <a:buNone/>
              <a:defRPr sz="1600"/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1CA9FE1-0689-A397-1804-7157963128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601" y="2792493"/>
            <a:ext cx="9582282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200"/>
            </a:lvl1pPr>
            <a:lvl2pPr marL="711200" indent="-3429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2pPr>
            <a:lvl3pPr marL="1079500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/>
              <a:t>Edit text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9247598-2F32-BD41-0E7D-399852A65903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9276329" y="14605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663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  <p15:guide id="2" orient="horz" pos="183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‹Nr.›</a:t>
            </a:fld>
            <a:endParaRPr lang="en-US" sz="1200" b="1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12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A10E931-E18B-C4B7-ED51-A3A08F11F9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144000" y="2791525"/>
            <a:ext cx="8289127" cy="6185366"/>
          </a:xfrm>
          <a:prstGeom prst="rect">
            <a:avLst/>
          </a:prstGeom>
        </p:spPr>
        <p:txBody>
          <a:bodyPr/>
          <a:lstStyle>
            <a:lvl1pPr marL="25400" indent="0" algn="ctr">
              <a:buClr>
                <a:schemeClr val="accent1"/>
              </a:buClr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de-DE"/>
              <a:t>Place </a:t>
            </a:r>
            <a:r>
              <a:rPr lang="de-DE" err="1"/>
              <a:t>diagram</a:t>
            </a:r>
            <a:r>
              <a:rPr lang="de-DE"/>
              <a:t>, </a:t>
            </a:r>
            <a:r>
              <a:rPr lang="de-DE" err="1"/>
              <a:t>image</a:t>
            </a:r>
            <a:r>
              <a:rPr lang="de-DE"/>
              <a:t>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video</a:t>
            </a:r>
            <a:r>
              <a:rPr lang="de-DE"/>
              <a:t> </a:t>
            </a:r>
            <a:r>
              <a:rPr lang="de-DE" err="1"/>
              <a:t>here</a:t>
            </a:r>
            <a:endParaRPr lang="en-GB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D9B64D13-11E1-DF56-43D8-3FF899C862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601" y="2792493"/>
            <a:ext cx="7975599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200"/>
            </a:lvl1pPr>
            <a:lvl2pPr marL="711200" indent="-3429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2pPr>
            <a:lvl3pPr marL="1079500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/>
              <a:t>Edit text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</p:spTree>
    <p:extLst>
      <p:ext uri="{BB962C8B-B14F-4D97-AF65-F5344CB8AC3E}">
        <p14:creationId xmlns:p14="http://schemas.microsoft.com/office/powerpoint/2010/main" val="1251758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  <p15:guide id="2" orient="horz" pos="183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/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‹Nr.›</a:t>
            </a:fld>
            <a:endParaRPr lang="en-US" sz="1200" b="1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12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3" name="Bildplatzhalter 2" descr="Place image here&#10;">
            <a:extLst>
              <a:ext uri="{FF2B5EF4-FFF2-40B4-BE49-F238E27FC236}">
                <a16:creationId xmlns:a16="http://schemas.microsoft.com/office/drawing/2014/main" id="{62A04F81-E8B7-2581-DD99-069F54EA45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63603" y="2792495"/>
            <a:ext cx="3601929" cy="1924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5400" indent="0" algn="ctr">
              <a:buFontTx/>
              <a:buNone/>
              <a:defRPr sz="1600"/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6" name="Bildplatzhalter 2" descr="Place image here&#10;">
            <a:extLst>
              <a:ext uri="{FF2B5EF4-FFF2-40B4-BE49-F238E27FC236}">
                <a16:creationId xmlns:a16="http://schemas.microsoft.com/office/drawing/2014/main" id="{4FA143B5-F527-7B45-2E5E-E18F8718B0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63600" y="4975359"/>
            <a:ext cx="3601929" cy="1924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5400" indent="0" algn="ctr">
              <a:buFontTx/>
              <a:buNone/>
              <a:defRPr sz="1600"/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7" name="Bildplatzhalter 2" descr="Place image here&#10;">
            <a:extLst>
              <a:ext uri="{FF2B5EF4-FFF2-40B4-BE49-F238E27FC236}">
                <a16:creationId xmlns:a16="http://schemas.microsoft.com/office/drawing/2014/main" id="{F72675BE-FF2C-FD0B-FCAC-0C806F79DEF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63065" y="7163490"/>
            <a:ext cx="3601929" cy="1924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5400" indent="0" algn="ctr">
              <a:buFontTx/>
              <a:buNone/>
              <a:defRPr sz="1600"/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0E63F8DD-A2D5-CF11-D45D-E9E327BA22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09458" y="2792493"/>
            <a:ext cx="12614939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200"/>
            </a:lvl1pPr>
            <a:lvl2pPr marL="711200" indent="-3429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2pPr>
            <a:lvl3pPr marL="1079500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/>
              <a:t>Edit text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</p:spTree>
    <p:extLst>
      <p:ext uri="{BB962C8B-B14F-4D97-AF65-F5344CB8AC3E}">
        <p14:creationId xmlns:p14="http://schemas.microsoft.com/office/powerpoint/2010/main" val="1881859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  <p15:guide id="2" orient="horz" pos="183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&amp; Images /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‹Nr.›</a:t>
            </a:fld>
            <a:endParaRPr lang="en-US" sz="1200" b="1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12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A76C66DC-1434-4EBC-876D-89413B7F1C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05390" y="5885177"/>
            <a:ext cx="5309322" cy="3091714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/>
              <a:t>Edit text 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sp>
        <p:nvSpPr>
          <p:cNvPr id="3" name="Bildplatzhalter 12">
            <a:extLst>
              <a:ext uri="{FF2B5EF4-FFF2-40B4-BE49-F238E27FC236}">
                <a16:creationId xmlns:a16="http://schemas.microsoft.com/office/drawing/2014/main" id="{0D6056E5-F4AA-C8C9-2A1D-4D972CE9F35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76371" y="2791524"/>
            <a:ext cx="5296552" cy="28273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355600" marR="0" indent="-33020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B004"/>
              </a:buClr>
              <a:buSzTx/>
              <a:buFont typeface="Wingdings" charset="2"/>
              <a:buNone/>
              <a:tabLst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4" name="Bildplatzhalter 12">
            <a:extLst>
              <a:ext uri="{FF2B5EF4-FFF2-40B4-BE49-F238E27FC236}">
                <a16:creationId xmlns:a16="http://schemas.microsoft.com/office/drawing/2014/main" id="{916A0E58-AEB3-024C-C7E3-9669AB142C9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489606" y="2791524"/>
            <a:ext cx="5296551" cy="28273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355600" marR="0" indent="-33020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B004"/>
              </a:buClr>
              <a:buSzTx/>
              <a:buFont typeface="Wingdings" charset="2"/>
              <a:buNone/>
              <a:tabLst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5" name="Bildplatzhalter 12">
            <a:extLst>
              <a:ext uri="{FF2B5EF4-FFF2-40B4-BE49-F238E27FC236}">
                <a16:creationId xmlns:a16="http://schemas.microsoft.com/office/drawing/2014/main" id="{F6E4012D-C2A3-114D-E6FA-8F787D3BF1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105390" y="2791524"/>
            <a:ext cx="5332464" cy="28273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355600" marR="0" indent="-33020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B004"/>
              </a:buClr>
              <a:buSzTx/>
              <a:buFont typeface="Wingdings" charset="2"/>
              <a:buNone/>
              <a:tabLst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6" name="Textplatzhalter 8">
            <a:extLst>
              <a:ext uri="{FF2B5EF4-FFF2-40B4-BE49-F238E27FC236}">
                <a16:creationId xmlns:a16="http://schemas.microsoft.com/office/drawing/2014/main" id="{FBC7F939-B2B3-F37D-0651-359C16148F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3601" y="5885177"/>
            <a:ext cx="5309322" cy="3091714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/>
              <a:t>Edit text 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B17CED7-E4B6-9047-DA37-3304607E29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9606" y="5885177"/>
            <a:ext cx="5309322" cy="3091714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/>
              <a:t>Edit text 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</p:spTree>
    <p:extLst>
      <p:ext uri="{BB962C8B-B14F-4D97-AF65-F5344CB8AC3E}">
        <p14:creationId xmlns:p14="http://schemas.microsoft.com/office/powerpoint/2010/main" val="3338989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  <p15:guide id="2" orient="horz" pos="183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155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ark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863600" y="3915325"/>
            <a:ext cx="16566100" cy="2106391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baseline="0">
                <a:solidFill>
                  <a:schemeClr val="bg2"/>
                </a:solidFill>
              </a:defRPr>
            </a:lvl1pPr>
          </a:lstStyle>
          <a:p>
            <a:r>
              <a:rPr lang="en-GB"/>
              <a:t>Placeholder</a:t>
            </a:r>
            <a:br>
              <a:rPr lang="en-GB"/>
            </a:br>
            <a:r>
              <a:rPr lang="en-GB"/>
              <a:t>Presentation title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862687" y="6021717"/>
            <a:ext cx="16567011" cy="3074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bg1"/>
              </a:buClr>
              <a:buFontTx/>
              <a:buNone/>
              <a:defRPr sz="1600" baseline="0">
                <a:solidFill>
                  <a:schemeClr val="bg2"/>
                </a:solidFill>
              </a:defRPr>
            </a:lvl1pPr>
          </a:lstStyle>
          <a:p>
            <a:r>
              <a:rPr lang="en-GB"/>
              <a:t>DD month YYYY, Name and Surname</a:t>
            </a:r>
          </a:p>
        </p:txBody>
      </p:sp>
    </p:spTree>
    <p:extLst>
      <p:ext uri="{BB962C8B-B14F-4D97-AF65-F5344CB8AC3E}">
        <p14:creationId xmlns:p14="http://schemas.microsoft.com/office/powerpoint/2010/main" val="2243372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Dark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863600" y="3754905"/>
            <a:ext cx="16566100" cy="210639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0" b="1" baseline="0">
                <a:solidFill>
                  <a:schemeClr val="bg2"/>
                </a:solidFill>
              </a:defRPr>
            </a:lvl1pPr>
          </a:lstStyle>
          <a:p>
            <a:r>
              <a:rPr lang="en-GB"/>
              <a:t>Divider Headline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862687" y="5861297"/>
            <a:ext cx="16567011" cy="812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bg1"/>
              </a:buClr>
              <a:buFontTx/>
              <a:buNone/>
              <a:defRPr sz="4000" baseline="0">
                <a:solidFill>
                  <a:schemeClr val="bg2"/>
                </a:solidFill>
              </a:defRPr>
            </a:lvl1pPr>
          </a:lstStyle>
          <a:p>
            <a:r>
              <a:rPr lang="en-GB" err="1"/>
              <a:t>Subheadline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542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ark Background in Box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08FBC68-127C-44DD-662C-BB9A373585EC}"/>
              </a:ext>
            </a:extLst>
          </p:cNvPr>
          <p:cNvSpPr/>
          <p:nvPr userDrawn="1"/>
        </p:nvSpPr>
        <p:spPr>
          <a:xfrm>
            <a:off x="2073914" y="3458899"/>
            <a:ext cx="14197347" cy="416745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  <a:effectLst>
            <a:outerShdw blurRad="190500" dist="190500" dir="2700000" algn="tl" rotWithShape="0">
              <a:prstClr val="black">
                <a:alpha val="25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2073914" y="3458899"/>
            <a:ext cx="14197347" cy="4167452"/>
          </a:xfrm>
          <a:prstGeom prst="rect">
            <a:avLst/>
          </a:prstGeom>
        </p:spPr>
        <p:txBody>
          <a:bodyPr lIns="720000" tIns="720000" rIns="720000" bIns="72000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 b="0" baseline="0">
                <a:solidFill>
                  <a:schemeClr val="bg2"/>
                </a:solidFill>
              </a:defRPr>
            </a:lvl1pPr>
          </a:lstStyle>
          <a:p>
            <a:r>
              <a:rPr lang="en-GB"/>
              <a:t>Placeholder</a:t>
            </a:r>
            <a:br>
              <a:rPr lang="en-GB"/>
            </a:br>
            <a:r>
              <a:rPr lang="en-GB"/>
              <a:t>Presentation title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A42B640-468B-E2BB-8BA0-5DAA188497FB}"/>
              </a:ext>
            </a:extLst>
          </p:cNvPr>
          <p:cNvSpPr/>
          <p:nvPr userDrawn="1"/>
        </p:nvSpPr>
        <p:spPr>
          <a:xfrm>
            <a:off x="11620500" y="6859869"/>
            <a:ext cx="5797550" cy="1859430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  <a:effectLst>
            <a:outerShdw blurRad="190500" dist="190500" dir="2700000" algn="tl" rotWithShape="0">
              <a:schemeClr val="accent1">
                <a:alpha val="25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Tx/>
              <a:buNone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1620499" y="6859869"/>
            <a:ext cx="5797550" cy="1859430"/>
          </a:xfrm>
          <a:prstGeom prst="rect">
            <a:avLst/>
          </a:prstGeom>
        </p:spPr>
        <p:txBody>
          <a:bodyPr lIns="360000" tIns="360000" rIns="360000" bIns="360000" anchor="ctr"/>
          <a:lstStyle>
            <a:lvl1pPr marL="0" indent="0">
              <a:buClr>
                <a:schemeClr val="bg1"/>
              </a:buClr>
              <a:buFontTx/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DD month YYYY, </a:t>
            </a:r>
            <a:br>
              <a:rPr lang="en-GB"/>
            </a:br>
            <a:r>
              <a:rPr lang="en-GB"/>
              <a:t>Name and Surname</a:t>
            </a:r>
          </a:p>
        </p:txBody>
      </p:sp>
    </p:spTree>
    <p:extLst>
      <p:ext uri="{BB962C8B-B14F-4D97-AF65-F5344CB8AC3E}">
        <p14:creationId xmlns:p14="http://schemas.microsoft.com/office/powerpoint/2010/main" val="240965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NLY internet communica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863600" y="3915325"/>
            <a:ext cx="16566100" cy="2106391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baseline="0">
                <a:solidFill>
                  <a:schemeClr val="bg2"/>
                </a:solidFill>
              </a:defRPr>
            </a:lvl1pPr>
          </a:lstStyle>
          <a:p>
            <a:r>
              <a:rPr lang="en-GB"/>
              <a:t>Placeholder Presentation title - Usage ONLY for Internet communication.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862687" y="6021717"/>
            <a:ext cx="16567011" cy="3074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bg1"/>
              </a:buClr>
              <a:buFontTx/>
              <a:buNone/>
              <a:defRPr sz="1600" baseline="0">
                <a:solidFill>
                  <a:schemeClr val="bg2"/>
                </a:solidFill>
              </a:defRPr>
            </a:lvl1pPr>
          </a:lstStyle>
          <a:p>
            <a:r>
              <a:rPr lang="en-GB"/>
              <a:t>DD month YYYY, Name and Surname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26357BA-6420-4993-A01F-9C56ECFDD377}"/>
              </a:ext>
            </a:extLst>
          </p:cNvPr>
          <p:cNvSpPr txBox="1"/>
          <p:nvPr userDrawn="1"/>
        </p:nvSpPr>
        <p:spPr>
          <a:xfrm>
            <a:off x="0" y="-861425"/>
            <a:ext cx="18288000" cy="855266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600" b="0" i="0" kern="120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Internet communication.</a:t>
            </a:r>
            <a:endParaRPr lang="de-AT" sz="2400" b="1">
              <a:solidFill>
                <a:schemeClr val="bg2"/>
              </a:solidFill>
              <a:latin typeface="Verdana"/>
              <a:cs typeface="Verdana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0D5CEC4F-A5DF-4AE5-A59D-170420149A51}"/>
              </a:ext>
            </a:extLst>
          </p:cNvPr>
          <p:cNvSpPr txBox="1"/>
          <p:nvPr userDrawn="1"/>
        </p:nvSpPr>
        <p:spPr>
          <a:xfrm rot="16200000">
            <a:off x="13567218" y="4730401"/>
            <a:ext cx="10288586" cy="827773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0" i="0" kern="120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Internet communication.</a:t>
            </a:r>
            <a:endParaRPr lang="de-AT" sz="3200" b="1">
              <a:solidFill>
                <a:schemeClr val="bg2"/>
              </a:solidFill>
              <a:latin typeface="+mn-lt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4073081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ox - ONLY Internet communic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08FBC68-127C-44DD-662C-BB9A373585EC}"/>
              </a:ext>
            </a:extLst>
          </p:cNvPr>
          <p:cNvSpPr/>
          <p:nvPr userDrawn="1"/>
        </p:nvSpPr>
        <p:spPr>
          <a:xfrm>
            <a:off x="2073914" y="3458899"/>
            <a:ext cx="14197347" cy="4167452"/>
          </a:xfrm>
          <a:prstGeom prst="rect">
            <a:avLst/>
          </a:prstGeom>
          <a:solidFill>
            <a:schemeClr val="bg2">
              <a:alpha val="30000"/>
            </a:schemeClr>
          </a:solidFill>
          <a:ln>
            <a:noFill/>
          </a:ln>
          <a:effectLst>
            <a:outerShdw blurRad="190500" dist="190500" dir="2700000" algn="tl" rotWithShape="0">
              <a:schemeClr val="tx1">
                <a:alpha val="25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2"/>
              </a:solidFill>
            </a:endParaRPr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2073914" y="3458899"/>
            <a:ext cx="14197347" cy="4167452"/>
          </a:xfrm>
          <a:prstGeom prst="rect">
            <a:avLst/>
          </a:prstGeom>
        </p:spPr>
        <p:txBody>
          <a:bodyPr lIns="720000" tIns="720000" rIns="720000" bIns="72000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 b="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Placeholder Presentation title - </a:t>
            </a:r>
            <a:r>
              <a:rPr lang="en-US"/>
              <a:t>Usage ONLY for Internet communication</a:t>
            </a:r>
            <a:r>
              <a:rPr lang="en-GB"/>
              <a:t>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A42B640-468B-E2BB-8BA0-5DAA188497FB}"/>
              </a:ext>
            </a:extLst>
          </p:cNvPr>
          <p:cNvSpPr/>
          <p:nvPr userDrawn="1"/>
        </p:nvSpPr>
        <p:spPr>
          <a:xfrm>
            <a:off x="11620500" y="6859869"/>
            <a:ext cx="5797550" cy="185943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  <a:effectLst>
            <a:outerShdw blurRad="190500" dist="190500" dir="2700000" algn="tl" rotWithShape="0">
              <a:schemeClr val="tx2">
                <a:alpha val="25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Tx/>
              <a:buNone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1620499" y="6859869"/>
            <a:ext cx="5797550" cy="1859430"/>
          </a:xfrm>
          <a:prstGeom prst="rect">
            <a:avLst/>
          </a:prstGeom>
          <a:noFill/>
        </p:spPr>
        <p:txBody>
          <a:bodyPr lIns="360000" tIns="360000" rIns="360000" bIns="360000" anchor="ctr"/>
          <a:lstStyle>
            <a:lvl1pPr marL="0" indent="0">
              <a:buClr>
                <a:schemeClr val="bg1"/>
              </a:buClr>
              <a:buFontTx/>
              <a:buNone/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GB"/>
              <a:t>DD month YYYY, </a:t>
            </a:r>
            <a:br>
              <a:rPr lang="en-GB"/>
            </a:br>
            <a:r>
              <a:rPr lang="en-GB"/>
              <a:t>Name and Surname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A1D2785-153E-CABE-5568-E39F6833A1D4}"/>
              </a:ext>
            </a:extLst>
          </p:cNvPr>
          <p:cNvSpPr txBox="1"/>
          <p:nvPr userDrawn="1"/>
        </p:nvSpPr>
        <p:spPr>
          <a:xfrm>
            <a:off x="0" y="-861425"/>
            <a:ext cx="18288000" cy="855266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600" b="0" i="0" kern="120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Internet communication.</a:t>
            </a:r>
            <a:endParaRPr lang="de-AT" sz="2400" b="1">
              <a:solidFill>
                <a:schemeClr val="bg2"/>
              </a:solidFill>
              <a:latin typeface="Verdana"/>
              <a:cs typeface="Verdana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CF63A03-65BF-098F-1B26-50142F94B186}"/>
              </a:ext>
            </a:extLst>
          </p:cNvPr>
          <p:cNvSpPr txBox="1"/>
          <p:nvPr userDrawn="1"/>
        </p:nvSpPr>
        <p:spPr>
          <a:xfrm rot="16200000">
            <a:off x="13567218" y="4730401"/>
            <a:ext cx="10288586" cy="827773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0" i="0" kern="120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Internet communication.</a:t>
            </a:r>
            <a:endParaRPr lang="de-AT" sz="3200" b="1">
              <a:solidFill>
                <a:schemeClr val="bg2"/>
              </a:solidFill>
              <a:latin typeface="+mn-lt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650362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2007D22-D862-3684-5DBA-1C8FFC8082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10400483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9" imgW="347" imgH="348" progId="TCLayout.ActiveDocument.1">
                  <p:embed/>
                </p:oleObj>
              </mc:Choice>
              <mc:Fallback>
                <p:oleObj name="think-cell Folie" r:id="rId19" imgW="347" imgH="34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2007D22-D862-3684-5DBA-1C8FFC8082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F1DB6F-D1C9-D4B6-3675-BF337638C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4873" y="2792493"/>
            <a:ext cx="16569524" cy="61853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itelplatzhalter 4">
            <a:extLst>
              <a:ext uri="{FF2B5EF4-FFF2-40B4-BE49-F238E27FC236}">
                <a16:creationId xmlns:a16="http://schemas.microsoft.com/office/drawing/2014/main" id="{DE4EAAB2-3B22-DBDD-9E74-C3FC8ACFB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873" y="888023"/>
            <a:ext cx="16569524" cy="1154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600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32" r:id="rId16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4000" kern="1200">
          <a:solidFill>
            <a:schemeClr val="accent1"/>
          </a:solidFill>
          <a:latin typeface="Verdana"/>
          <a:ea typeface="+mj-ea"/>
          <a:cs typeface="Verdana"/>
        </a:defRPr>
      </a:lvl1pPr>
    </p:titleStyle>
    <p:bodyStyle>
      <a:lvl1pPr marL="355600" indent="-3302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SzPct val="10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/>
          <a:ea typeface="+mn-ea"/>
          <a:cs typeface="Verdana"/>
        </a:defRPr>
      </a:lvl1pPr>
      <a:lvl2pPr marL="717550" indent="-34925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SzPct val="10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/>
          <a:ea typeface="+mn-ea"/>
          <a:cs typeface="Verdana"/>
        </a:defRPr>
      </a:lvl2pPr>
      <a:lvl3pPr marL="1079500" indent="-3556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SzPct val="105000"/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Verdana"/>
          <a:ea typeface="+mn-ea"/>
          <a:cs typeface="Verdana"/>
        </a:defRPr>
      </a:lvl3pPr>
      <a:lvl4pPr marL="1428750" indent="-365126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SzPct val="10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/>
          <a:ea typeface="+mn-ea"/>
          <a:cs typeface="Verdana"/>
        </a:defRPr>
      </a:lvl4pPr>
      <a:lvl5pPr marL="1800226" indent="-3556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SzPct val="105000"/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Verdana"/>
          <a:ea typeface="+mn-ea"/>
          <a:cs typeface="Verdana"/>
        </a:defRPr>
      </a:lvl5pPr>
      <a:lvl6pPr marL="50292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tags" Target="../tags/tag28.xml"/><Relationship Id="rId39" Type="http://schemas.openxmlformats.org/officeDocument/2006/relationships/tags" Target="../tags/tag41.xml"/><Relationship Id="rId21" Type="http://schemas.openxmlformats.org/officeDocument/2006/relationships/tags" Target="../tags/tag23.xml"/><Relationship Id="rId34" Type="http://schemas.openxmlformats.org/officeDocument/2006/relationships/tags" Target="../tags/tag36.xml"/><Relationship Id="rId42" Type="http://schemas.openxmlformats.org/officeDocument/2006/relationships/tags" Target="../tags/tag44.xml"/><Relationship Id="rId47" Type="http://schemas.openxmlformats.org/officeDocument/2006/relationships/tags" Target="../tags/tag49.xml"/><Relationship Id="rId50" Type="http://schemas.openxmlformats.org/officeDocument/2006/relationships/tags" Target="../tags/tag52.xml"/><Relationship Id="rId55" Type="http://schemas.openxmlformats.org/officeDocument/2006/relationships/tags" Target="../tags/tag57.xml"/><Relationship Id="rId63" Type="http://schemas.openxmlformats.org/officeDocument/2006/relationships/tags" Target="../tags/tag65.xml"/><Relationship Id="rId68" Type="http://schemas.openxmlformats.org/officeDocument/2006/relationships/tags" Target="../tags/tag70.xml"/><Relationship Id="rId76" Type="http://schemas.openxmlformats.org/officeDocument/2006/relationships/tags" Target="../tags/tag78.xml"/><Relationship Id="rId84" Type="http://schemas.openxmlformats.org/officeDocument/2006/relationships/tags" Target="../tags/tag86.xml"/><Relationship Id="rId89" Type="http://schemas.openxmlformats.org/officeDocument/2006/relationships/image" Target="../media/image1.emf"/><Relationship Id="rId7" Type="http://schemas.openxmlformats.org/officeDocument/2006/relationships/tags" Target="../tags/tag9.xml"/><Relationship Id="rId71" Type="http://schemas.openxmlformats.org/officeDocument/2006/relationships/tags" Target="../tags/tag73.xml"/><Relationship Id="rId92" Type="http://schemas.openxmlformats.org/officeDocument/2006/relationships/image" Target="../media/image9.png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9" Type="http://schemas.openxmlformats.org/officeDocument/2006/relationships/tags" Target="../tags/tag31.xml"/><Relationship Id="rId11" Type="http://schemas.openxmlformats.org/officeDocument/2006/relationships/tags" Target="../tags/tag13.xml"/><Relationship Id="rId24" Type="http://schemas.openxmlformats.org/officeDocument/2006/relationships/tags" Target="../tags/tag26.xml"/><Relationship Id="rId32" Type="http://schemas.openxmlformats.org/officeDocument/2006/relationships/tags" Target="../tags/tag34.xml"/><Relationship Id="rId37" Type="http://schemas.openxmlformats.org/officeDocument/2006/relationships/tags" Target="../tags/tag39.xml"/><Relationship Id="rId40" Type="http://schemas.openxmlformats.org/officeDocument/2006/relationships/tags" Target="../tags/tag42.xml"/><Relationship Id="rId45" Type="http://schemas.openxmlformats.org/officeDocument/2006/relationships/tags" Target="../tags/tag47.xml"/><Relationship Id="rId53" Type="http://schemas.openxmlformats.org/officeDocument/2006/relationships/tags" Target="../tags/tag55.xml"/><Relationship Id="rId58" Type="http://schemas.openxmlformats.org/officeDocument/2006/relationships/tags" Target="../tags/tag60.xml"/><Relationship Id="rId66" Type="http://schemas.openxmlformats.org/officeDocument/2006/relationships/tags" Target="../tags/tag68.xml"/><Relationship Id="rId74" Type="http://schemas.openxmlformats.org/officeDocument/2006/relationships/tags" Target="../tags/tag76.xml"/><Relationship Id="rId79" Type="http://schemas.openxmlformats.org/officeDocument/2006/relationships/tags" Target="../tags/tag81.xml"/><Relationship Id="rId87" Type="http://schemas.openxmlformats.org/officeDocument/2006/relationships/image" Target="../media/image6.jpeg"/><Relationship Id="rId5" Type="http://schemas.openxmlformats.org/officeDocument/2006/relationships/tags" Target="../tags/tag7.xml"/><Relationship Id="rId61" Type="http://schemas.openxmlformats.org/officeDocument/2006/relationships/tags" Target="../tags/tag63.xml"/><Relationship Id="rId82" Type="http://schemas.openxmlformats.org/officeDocument/2006/relationships/tags" Target="../tags/tag84.xml"/><Relationship Id="rId90" Type="http://schemas.openxmlformats.org/officeDocument/2006/relationships/image" Target="../media/image7.jpeg"/><Relationship Id="rId95" Type="http://schemas.openxmlformats.org/officeDocument/2006/relationships/image" Target="../media/image12.jpeg"/><Relationship Id="rId19" Type="http://schemas.openxmlformats.org/officeDocument/2006/relationships/tags" Target="../tags/tag2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tags" Target="../tags/tag29.xml"/><Relationship Id="rId30" Type="http://schemas.openxmlformats.org/officeDocument/2006/relationships/tags" Target="../tags/tag32.xml"/><Relationship Id="rId35" Type="http://schemas.openxmlformats.org/officeDocument/2006/relationships/tags" Target="../tags/tag37.xml"/><Relationship Id="rId43" Type="http://schemas.openxmlformats.org/officeDocument/2006/relationships/tags" Target="../tags/tag45.xml"/><Relationship Id="rId48" Type="http://schemas.openxmlformats.org/officeDocument/2006/relationships/tags" Target="../tags/tag50.xml"/><Relationship Id="rId56" Type="http://schemas.openxmlformats.org/officeDocument/2006/relationships/tags" Target="../tags/tag58.xml"/><Relationship Id="rId64" Type="http://schemas.openxmlformats.org/officeDocument/2006/relationships/tags" Target="../tags/tag66.xml"/><Relationship Id="rId69" Type="http://schemas.openxmlformats.org/officeDocument/2006/relationships/tags" Target="../tags/tag71.xml"/><Relationship Id="rId77" Type="http://schemas.openxmlformats.org/officeDocument/2006/relationships/tags" Target="../tags/tag79.xml"/><Relationship Id="rId8" Type="http://schemas.openxmlformats.org/officeDocument/2006/relationships/tags" Target="../tags/tag10.xml"/><Relationship Id="rId51" Type="http://schemas.openxmlformats.org/officeDocument/2006/relationships/tags" Target="../tags/tag53.xml"/><Relationship Id="rId72" Type="http://schemas.openxmlformats.org/officeDocument/2006/relationships/tags" Target="../tags/tag74.xml"/><Relationship Id="rId80" Type="http://schemas.openxmlformats.org/officeDocument/2006/relationships/tags" Target="../tags/tag82.xml"/><Relationship Id="rId85" Type="http://schemas.openxmlformats.org/officeDocument/2006/relationships/slideLayout" Target="../slideLayouts/slideLayout11.xml"/><Relationship Id="rId93" Type="http://schemas.openxmlformats.org/officeDocument/2006/relationships/image" Target="../media/image10.png"/><Relationship Id="rId3" Type="http://schemas.openxmlformats.org/officeDocument/2006/relationships/tags" Target="../tags/tag5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33" Type="http://schemas.openxmlformats.org/officeDocument/2006/relationships/tags" Target="../tags/tag35.xml"/><Relationship Id="rId38" Type="http://schemas.openxmlformats.org/officeDocument/2006/relationships/tags" Target="../tags/tag40.xml"/><Relationship Id="rId46" Type="http://schemas.openxmlformats.org/officeDocument/2006/relationships/tags" Target="../tags/tag48.xml"/><Relationship Id="rId59" Type="http://schemas.openxmlformats.org/officeDocument/2006/relationships/tags" Target="../tags/tag61.xml"/><Relationship Id="rId67" Type="http://schemas.openxmlformats.org/officeDocument/2006/relationships/tags" Target="../tags/tag69.xml"/><Relationship Id="rId20" Type="http://schemas.openxmlformats.org/officeDocument/2006/relationships/tags" Target="../tags/tag22.xml"/><Relationship Id="rId41" Type="http://schemas.openxmlformats.org/officeDocument/2006/relationships/tags" Target="../tags/tag43.xml"/><Relationship Id="rId54" Type="http://schemas.openxmlformats.org/officeDocument/2006/relationships/tags" Target="../tags/tag56.xml"/><Relationship Id="rId62" Type="http://schemas.openxmlformats.org/officeDocument/2006/relationships/tags" Target="../tags/tag64.xml"/><Relationship Id="rId70" Type="http://schemas.openxmlformats.org/officeDocument/2006/relationships/tags" Target="../tags/tag72.xml"/><Relationship Id="rId75" Type="http://schemas.openxmlformats.org/officeDocument/2006/relationships/tags" Target="../tags/tag77.xml"/><Relationship Id="rId83" Type="http://schemas.openxmlformats.org/officeDocument/2006/relationships/tags" Target="../tags/tag85.xml"/><Relationship Id="rId88" Type="http://schemas.openxmlformats.org/officeDocument/2006/relationships/oleObject" Target="../embeddings/oleObject2.bin"/><Relationship Id="rId91" Type="http://schemas.openxmlformats.org/officeDocument/2006/relationships/image" Target="../media/image8.jpeg"/><Relationship Id="rId96" Type="http://schemas.openxmlformats.org/officeDocument/2006/relationships/image" Target="../media/image13.pn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tags" Target="../tags/tag30.xml"/><Relationship Id="rId36" Type="http://schemas.openxmlformats.org/officeDocument/2006/relationships/tags" Target="../tags/tag38.xml"/><Relationship Id="rId49" Type="http://schemas.openxmlformats.org/officeDocument/2006/relationships/tags" Target="../tags/tag51.xml"/><Relationship Id="rId57" Type="http://schemas.openxmlformats.org/officeDocument/2006/relationships/tags" Target="../tags/tag59.xml"/><Relationship Id="rId10" Type="http://schemas.openxmlformats.org/officeDocument/2006/relationships/tags" Target="../tags/tag12.xml"/><Relationship Id="rId31" Type="http://schemas.openxmlformats.org/officeDocument/2006/relationships/tags" Target="../tags/tag33.xml"/><Relationship Id="rId44" Type="http://schemas.openxmlformats.org/officeDocument/2006/relationships/tags" Target="../tags/tag46.xml"/><Relationship Id="rId52" Type="http://schemas.openxmlformats.org/officeDocument/2006/relationships/tags" Target="../tags/tag54.xml"/><Relationship Id="rId60" Type="http://schemas.openxmlformats.org/officeDocument/2006/relationships/tags" Target="../tags/tag62.xml"/><Relationship Id="rId65" Type="http://schemas.openxmlformats.org/officeDocument/2006/relationships/tags" Target="../tags/tag67.xml"/><Relationship Id="rId73" Type="http://schemas.openxmlformats.org/officeDocument/2006/relationships/tags" Target="../tags/tag75.xml"/><Relationship Id="rId78" Type="http://schemas.openxmlformats.org/officeDocument/2006/relationships/tags" Target="../tags/tag80.xml"/><Relationship Id="rId81" Type="http://schemas.openxmlformats.org/officeDocument/2006/relationships/tags" Target="../tags/tag83.xml"/><Relationship Id="rId86" Type="http://schemas.openxmlformats.org/officeDocument/2006/relationships/notesSlide" Target="../notesSlides/notesSlide1.xml"/><Relationship Id="rId94" Type="http://schemas.openxmlformats.org/officeDocument/2006/relationships/image" Target="../media/image11.svg"/><Relationship Id="rId4" Type="http://schemas.openxmlformats.org/officeDocument/2006/relationships/tags" Target="../tags/tag6.xml"/><Relationship Id="rId9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7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1382E-CC68-8FE4-4237-E55360650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hink-cell data - do not delete" hidden="1">
            <a:extLst>
              <a:ext uri="{FF2B5EF4-FFF2-40B4-BE49-F238E27FC236}">
                <a16:creationId xmlns:a16="http://schemas.microsoft.com/office/drawing/2014/main" id="{C04265AE-B258-5BB2-F2E5-F7C9F41421B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98702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88" imgW="347" imgH="348" progId="TCLayout.ActiveDocument.1">
                  <p:embed/>
                </p:oleObj>
              </mc:Choice>
              <mc:Fallback>
                <p:oleObj name="think-cell Folie" r:id="rId88" imgW="347" imgH="348" progId="TCLayout.ActiveDocument.1">
                  <p:embed/>
                  <p:pic>
                    <p:nvPicPr>
                      <p:cNvPr id="2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4265AE-B258-5BB2-F2E5-F7C9F41421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4D4C8360-2A83-4C70-B01A-EF91D27A6803}"/>
              </a:ext>
            </a:extLst>
          </p:cNvPr>
          <p:cNvSpPr/>
          <p:nvPr/>
        </p:nvSpPr>
        <p:spPr>
          <a:xfrm>
            <a:off x="12335677" y="2435031"/>
            <a:ext cx="5671910" cy="5965460"/>
          </a:xfrm>
          <a:prstGeom prst="roundRect">
            <a:avLst>
              <a:gd name="adj" fmla="val 10815"/>
            </a:avLst>
          </a:prstGeom>
          <a:solidFill>
            <a:srgbClr val="F2F2F2">
              <a:alpha val="3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5994" tIns="35994" rIns="35994" bIns="35994" rtlCol="0" anchor="ctr"/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06B02752-000E-CBF2-87AE-D102D0EEF09A}"/>
              </a:ext>
            </a:extLst>
          </p:cNvPr>
          <p:cNvSpPr/>
          <p:nvPr/>
        </p:nvSpPr>
        <p:spPr>
          <a:xfrm>
            <a:off x="213501" y="2435566"/>
            <a:ext cx="5671910" cy="5965460"/>
          </a:xfrm>
          <a:prstGeom prst="roundRect">
            <a:avLst>
              <a:gd name="adj" fmla="val 10815"/>
            </a:avLst>
          </a:prstGeom>
          <a:solidFill>
            <a:srgbClr val="F2F2F2">
              <a:alpha val="3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5994" tIns="35994" rIns="35994" bIns="35994" rtlCol="0" anchor="ctr"/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434BE84-9544-6600-DF94-3F2C44121A6F}"/>
              </a:ext>
            </a:extLst>
          </p:cNvPr>
          <p:cNvSpPr txBox="1"/>
          <p:nvPr/>
        </p:nvSpPr>
        <p:spPr>
          <a:xfrm>
            <a:off x="408228" y="479037"/>
            <a:ext cx="1476340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6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1 Serif" panose="00000500000000000000" pitchFamily="50" charset="0"/>
                <a:ea typeface="+mn-ea"/>
                <a:cs typeface="+mn-cs"/>
              </a:rPr>
              <a:t>Target Segments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78A7C01-DFD9-0B44-BA4F-AA500F1AF206}"/>
              </a:ext>
            </a:extLst>
          </p:cNvPr>
          <p:cNvSpPr/>
          <p:nvPr/>
        </p:nvSpPr>
        <p:spPr>
          <a:xfrm>
            <a:off x="6315292" y="2435031"/>
            <a:ext cx="5671910" cy="5965460"/>
          </a:xfrm>
          <a:prstGeom prst="roundRect">
            <a:avLst>
              <a:gd name="adj" fmla="val 10815"/>
            </a:avLst>
          </a:prstGeom>
          <a:solidFill>
            <a:srgbClr val="F2F2F2">
              <a:alpha val="3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5994" tIns="35994" rIns="35994" bIns="35994" rtlCol="0" anchor="ctr"/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3088161-952D-D796-8CDD-B06AFBF7262C}"/>
              </a:ext>
            </a:extLst>
          </p:cNvPr>
          <p:cNvPicPr>
            <a:picLocks noChangeAspect="1"/>
          </p:cNvPicPr>
          <p:nvPr/>
        </p:nvPicPr>
        <p:blipFill>
          <a:blip r:embed="rId90"/>
          <a:srcRect l="64" r="64"/>
          <a:stretch/>
        </p:blipFill>
        <p:spPr>
          <a:xfrm>
            <a:off x="6989530" y="2397720"/>
            <a:ext cx="4468738" cy="5965995"/>
          </a:xfrm>
          <a:prstGeom prst="roundRect">
            <a:avLst/>
          </a:prstGeom>
          <a:ln>
            <a:noFill/>
          </a:ln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F43FF6F-6B95-1C65-A894-4947467AA3F2}"/>
              </a:ext>
            </a:extLst>
          </p:cNvPr>
          <p:cNvSpPr txBox="1"/>
          <p:nvPr/>
        </p:nvSpPr>
        <p:spPr>
          <a:xfrm>
            <a:off x="6341955" y="1758107"/>
            <a:ext cx="41995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1 Serif" panose="00000500000000000000" pitchFamily="50" charset="0"/>
                <a:ea typeface="+mn-ea"/>
                <a:cs typeface="+mn-cs"/>
              </a:rPr>
              <a:t>Family</a:t>
            </a:r>
            <a:endParaRPr kumimoji="0" lang="de-DE" sz="7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1 Serif" panose="00000500000000000000" pitchFamily="50" charset="0"/>
              <a:ea typeface="+mn-ea"/>
              <a:cs typeface="+mn-cs"/>
            </a:endParaRPr>
          </a:p>
        </p:txBody>
      </p:sp>
      <p:pic>
        <p:nvPicPr>
          <p:cNvPr id="31" name="Grafik 30" descr="Ein Bild, das Person, Kleidung, Menschliches Gesicht, Gebäude enthält.&#10;&#10;KI-generierte Inhalte können fehlerhaft sein.">
            <a:extLst>
              <a:ext uri="{FF2B5EF4-FFF2-40B4-BE49-F238E27FC236}">
                <a16:creationId xmlns:a16="http://schemas.microsoft.com/office/drawing/2014/main" id="{808B48C5-DF1D-C02E-9B42-66E2B1CCFDF3}"/>
              </a:ext>
            </a:extLst>
          </p:cNvPr>
          <p:cNvPicPr>
            <a:picLocks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62" t="1" r="5711" b="-1173"/>
          <a:stretch>
            <a:fillRect/>
          </a:stretch>
        </p:blipFill>
        <p:spPr>
          <a:xfrm>
            <a:off x="742819" y="2397720"/>
            <a:ext cx="4467600" cy="6048491"/>
          </a:xfrm>
          <a:prstGeom prst="round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EE42EA0-0F55-EDE0-D9FC-060A70B53378}"/>
              </a:ext>
            </a:extLst>
      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0" y="1528655"/>
            <a:ext cx="3019944" cy="1874901"/>
          </a:xfrm>
          <a:prstGeom prst="rect">
            <a:avLst/>
          </a:prstGeom>
        </p:spPr>
      </p:pic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1B096110-3ACE-A4F8-90F0-26A1BEAE3DBD}"/>
              </a:ext>
            </a:extLst>
          </p:cNvPr>
          <p:cNvSpPr/>
          <p:nvPr/>
        </p:nvSpPr>
        <p:spPr>
          <a:xfrm>
            <a:off x="3122613" y="3052763"/>
            <a:ext cx="1957388" cy="41862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t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Youth </a:t>
            </a:r>
            <a:b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&lt; 29 </a:t>
            </a:r>
            <a:r>
              <a:rPr kumimoji="0" lang="de-DE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yrs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.</a:t>
            </a:r>
          </a:p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1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D7343B9-5B0E-1F5D-BE4E-B00866EAE9C1}"/>
              </a:ext>
            </a:extLst>
          </p:cNvPr>
          <p:cNvSpPr/>
          <p:nvPr/>
        </p:nvSpPr>
        <p:spPr>
          <a:xfrm>
            <a:off x="7400051" y="7350966"/>
            <a:ext cx="4058217" cy="923330"/>
          </a:xfrm>
          <a:prstGeom prst="rect">
            <a:avLst/>
          </a:prstGeom>
          <a:noFill/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371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1 Sans" panose="020F0502020204030204"/>
                <a:ea typeface="+mn-ea"/>
                <a:cs typeface="+mn-cs"/>
              </a:rPr>
              <a:t>We protect and grow value</a:t>
            </a:r>
            <a:endParaRPr kumimoji="0" lang="de-DE" sz="30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1 Sans" panose="020F0502020204030204"/>
              <a:ea typeface="+mn-ea"/>
              <a:cs typeface="+mn-cs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C0963FC-7F6C-53ED-D010-E8440179ACB9}"/>
              </a:ext>
            </a:extLst>
          </p:cNvPr>
          <p:cNvSpPr/>
          <p:nvPr/>
        </p:nvSpPr>
        <p:spPr>
          <a:xfrm>
            <a:off x="981903" y="7576302"/>
            <a:ext cx="4185209" cy="461665"/>
          </a:xfrm>
          <a:prstGeom prst="rect">
            <a:avLst/>
          </a:prstGeom>
          <a:noFill/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371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000" b="0" i="1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1 Sans" panose="020F0502020204030204"/>
                <a:ea typeface="+mn-ea"/>
                <a:cs typeface="+mn-cs"/>
              </a:rPr>
              <a:t>We</a:t>
            </a:r>
            <a:r>
              <a:rPr kumimoji="0" lang="de-DE" sz="3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1 Sans" panose="020F0502020204030204"/>
                <a:ea typeface="+mn-ea"/>
                <a:cs typeface="+mn-cs"/>
              </a:rPr>
              <a:t> </a:t>
            </a:r>
            <a:r>
              <a:rPr kumimoji="0" lang="de-DE" sz="3000" b="0" i="1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1 Sans" panose="020F0502020204030204"/>
                <a:ea typeface="+mn-ea"/>
                <a:cs typeface="+mn-cs"/>
              </a:rPr>
              <a:t>attack</a:t>
            </a:r>
            <a:r>
              <a:rPr kumimoji="0" lang="de-DE" sz="3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1 Sans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21" name="Grafik 20" descr="Ausgezeichnet Silhouette">
            <a:extLst>
              <a:ext uri="{FF2B5EF4-FFF2-40B4-BE49-F238E27FC236}">
                <a16:creationId xmlns:a16="http://schemas.microsoft.com/office/drawing/2014/main" id="{27EE7879-8835-B8FD-7858-220CA0684E34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685848" y="8916881"/>
            <a:ext cx="932922" cy="932922"/>
          </a:xfrm>
          <a:prstGeom prst="rect">
            <a:avLst/>
          </a:prstGeom>
        </p:spPr>
      </p:pic>
      <p:pic>
        <p:nvPicPr>
          <p:cNvPr id="3" name="Grafik 2" descr="Ein Bild, das Menschliches Gesicht, Person, Wand, Lächeln enthält.&#10;&#10;KI-generierte Inhalte können fehlerhaft sein.">
            <a:extLst>
              <a:ext uri="{FF2B5EF4-FFF2-40B4-BE49-F238E27FC236}">
                <a16:creationId xmlns:a16="http://schemas.microsoft.com/office/drawing/2014/main" id="{53F5F4FE-5D51-B58C-5ED5-02E50F91E624}"/>
              </a:ext>
            </a:extLst>
          </p:cNvPr>
          <p:cNvPicPr>
            <a:picLocks noChangeAspect="1"/>
          </p:cNvPicPr>
          <p:nvPr/>
        </p:nvPicPr>
        <p:blipFill>
          <a:blip r:embed="rId95"/>
          <a:srcRect l="34111" t="1913" r="-972" b="35015"/>
          <a:stretch>
            <a:fillRect/>
          </a:stretch>
        </p:blipFill>
        <p:spPr>
          <a:xfrm>
            <a:off x="12931881" y="2333031"/>
            <a:ext cx="4500655" cy="5668191"/>
          </a:xfrm>
          <a:prstGeom prst="roundRect">
            <a:avLst/>
          </a:prstGeom>
          <a:ln>
            <a:noFill/>
          </a:ln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D4C26155-1119-3451-635A-B8840CA23204}"/>
              </a:ext>
            </a:extLst>
          </p:cNvPr>
          <p:cNvSpPr txBox="1"/>
          <p:nvPr/>
        </p:nvSpPr>
        <p:spPr>
          <a:xfrm>
            <a:off x="12174771" y="1758107"/>
            <a:ext cx="41995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1 Serif" panose="00000500000000000000" pitchFamily="50" charset="0"/>
                <a:ea typeface="+mn-ea"/>
                <a:cs typeface="+mn-cs"/>
              </a:rPr>
              <a:t>Seniors</a:t>
            </a:r>
            <a:endParaRPr kumimoji="0" lang="de-DE" sz="7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1 Serif" panose="00000500000000000000" pitchFamily="50" charset="0"/>
              <a:ea typeface="+mn-ea"/>
              <a:cs typeface="+mn-cs"/>
            </a:endParaRPr>
          </a:p>
        </p:txBody>
      </p:sp>
      <p:pic>
        <p:nvPicPr>
          <p:cNvPr id="25" name="Grafik 24" descr="Ein Bild, das Person, Menschliches Gesicht, Kleidung, Lächeln enthält.&#10;&#10;KI-generierte Inhalte können fehlerhaft sein.">
            <a:extLst>
              <a:ext uri="{FF2B5EF4-FFF2-40B4-BE49-F238E27FC236}">
                <a16:creationId xmlns:a16="http://schemas.microsoft.com/office/drawing/2014/main" id="{9CD7933C-0A86-C636-7F84-57B1DC2DB56B}"/>
              </a:ext>
            </a:extLst>
          </p:cNvPr>
          <p:cNvPicPr>
            <a:picLocks noChangeAspect="1"/>
          </p:cNvPicPr>
          <p:nvPr/>
        </p:nvPicPr>
        <p:blipFill>
          <a:blip r:embed="rId96"/>
          <a:srcRect l="1809" r="1825"/>
          <a:stretch>
            <a:fillRect/>
          </a:stretch>
        </p:blipFill>
        <p:spPr>
          <a:xfrm>
            <a:off x="12931880" y="5280220"/>
            <a:ext cx="4464000" cy="3088200"/>
          </a:xfrm>
          <a:prstGeom prst="roundRect">
            <a:avLst/>
          </a:prstGeom>
        </p:spPr>
      </p:pic>
      <p:sp>
        <p:nvSpPr>
          <p:cNvPr id="28" name="Rechteck 27">
            <a:extLst>
              <a:ext uri="{FF2B5EF4-FFF2-40B4-BE49-F238E27FC236}">
                <a16:creationId xmlns:a16="http://schemas.microsoft.com/office/drawing/2014/main" id="{4AF19843-426E-5937-080B-40300BCDCE91}"/>
              </a:ext>
            </a:extLst>
          </p:cNvPr>
          <p:cNvSpPr/>
          <p:nvPr/>
        </p:nvSpPr>
        <p:spPr>
          <a:xfrm>
            <a:off x="13201954" y="7325790"/>
            <a:ext cx="4000262" cy="923330"/>
          </a:xfrm>
          <a:prstGeom prst="rect">
            <a:avLst/>
          </a:prstGeom>
          <a:noFill/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371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000" b="0" i="1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1 Sans" panose="020F0502020204030204"/>
                <a:ea typeface="+mn-ea"/>
                <a:cs typeface="+mn-cs"/>
              </a:rPr>
              <a:t>We</a:t>
            </a:r>
            <a:r>
              <a:rPr kumimoji="0" lang="de-DE" sz="3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1 Sans" panose="020F0502020204030204"/>
                <a:ea typeface="+mn-ea"/>
                <a:cs typeface="+mn-cs"/>
              </a:rPr>
              <a:t> </a:t>
            </a:r>
            <a:r>
              <a:rPr kumimoji="0" lang="de-DE" sz="3000" b="0" i="1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1 Sans" panose="020F0502020204030204"/>
                <a:ea typeface="+mn-ea"/>
                <a:cs typeface="+mn-cs"/>
              </a:rPr>
              <a:t>defend</a:t>
            </a:r>
            <a:r>
              <a:rPr kumimoji="0" lang="de-DE" sz="3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1 Sans" panose="020F0502020204030204"/>
                <a:ea typeface="+mn-ea"/>
                <a:cs typeface="+mn-cs"/>
              </a:rPr>
              <a:t> and </a:t>
            </a:r>
            <a:r>
              <a:rPr kumimoji="0" lang="de-DE" sz="3000" b="0" i="1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1 Sans" panose="020F0502020204030204"/>
                <a:ea typeface="+mn-ea"/>
                <a:cs typeface="+mn-cs"/>
              </a:rPr>
              <a:t>empower</a:t>
            </a:r>
            <a:r>
              <a:rPr kumimoji="0" lang="de-DE" sz="3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1 Sans" panose="020F0502020204030204"/>
                <a:ea typeface="+mn-ea"/>
                <a:cs typeface="+mn-cs"/>
              </a:rPr>
              <a:t>.</a:t>
            </a:r>
            <a:endParaRPr kumimoji="0" lang="de-DE" sz="20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1 Sans" panose="020F0502020204030204"/>
              <a:ea typeface="+mn-ea"/>
              <a:cs typeface="+mn-cs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86809E46-5AD1-D5C8-D4A7-52B574656E6E}"/>
              </a:ext>
            </a:extLst>
          </p:cNvPr>
          <p:cNvSpPr/>
          <p:nvPr/>
        </p:nvSpPr>
        <p:spPr>
          <a:xfrm>
            <a:off x="7120524" y="2995747"/>
            <a:ext cx="1959230" cy="418638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t"/>
          <a:lstStyle/>
          <a:p>
            <a:pPr marL="0" marR="0" lvl="0" indent="0" algn="ctr" defTabSz="1793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263525" algn="l"/>
              </a:tabLst>
              <a:defRPr/>
            </a:pPr>
            <a:r>
              <a:rPr kumimoji="0" lang="de-DE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Families</a:t>
            </a:r>
            <a:endParaRPr kumimoji="0" lang="de-DE" sz="1800" b="1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1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 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28F968CE-5AC6-1B80-6FD3-2EED6FD80D27}"/>
              </a:ext>
            </a:extLst>
          </p:cNvPr>
          <p:cNvSpPr/>
          <p:nvPr/>
        </p:nvSpPr>
        <p:spPr>
          <a:xfrm>
            <a:off x="15332075" y="3011488"/>
            <a:ext cx="1870075" cy="41862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t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Seniors </a:t>
            </a:r>
            <a:b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60+ </a:t>
            </a:r>
            <a:r>
              <a:rPr kumimoji="0" lang="de-DE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yrs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.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1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 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6759F724-CF6D-4BD2-9371-C7AA768CA836}"/>
              </a:ext>
            </a:extLst>
          </p:cNvPr>
          <p:cNvSpPr/>
          <p:nvPr/>
        </p:nvSpPr>
        <p:spPr>
          <a:xfrm>
            <a:off x="9362460" y="2989183"/>
            <a:ext cx="1958400" cy="418638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t"/>
          <a:lstStyle/>
          <a:p>
            <a:pPr marL="0" marR="0" lvl="0" indent="0" algn="ctr" defTabSz="1793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263525" algn="l"/>
              </a:tabLst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3+HH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1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 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23F1DB6F-D1C9-D4B6-3675-BF337638C37D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 bwMode="auto">
          <a:xfrm>
            <a:off x="3279775" y="3965575"/>
            <a:ext cx="12128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4141C173-FBE1-4545-A1E1-01A72CCA2C1C}" type="datetime'''''''''''''''''''r''''N''''''P''''''''''''''S'''''''':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rNPS: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23F1DB6F-D1C9-D4B6-3675-BF337638C37D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4492625" y="3965575"/>
            <a:ext cx="430213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BE15D439-FF1A-42B9-A70A-33D6961F04A9}" type="datetime'-''''''''''''''''''''2''0''''''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-20</a:t>
            </a:fld>
            <a:endParaRPr kumimoji="0" lang="de-AT" sz="1600" b="0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23F1DB6F-D1C9-D4B6-3675-BF337638C37D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3279775" y="4227513"/>
            <a:ext cx="1212850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4194ADB7-DCB9-4798-869D-0AB25181D83E}" type="datetime'''p''''''''''N''''''''''''''''''P''''''''''''''''''''''S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pNPS</a:t>
            </a:fld>
            <a:endParaRPr kumimoji="0" lang="de-AT" sz="1600" b="1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23F1DB6F-D1C9-D4B6-3675-BF337638C37D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3279775" y="4491038"/>
            <a:ext cx="12128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942ECA94-401D-4B12-9F01-0584C5BD66A9}" type="datetime'''''I@''''''''''''H'': 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I@H: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23F1DB6F-D1C9-D4B6-3675-BF337638C37D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4492625" y="4491038"/>
            <a:ext cx="430213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4603FCDC-F95C-4F66-A882-8AC8F0988259}" type="datetime'-''''3''''''''''''''''''''''''''''''''''''''''''''''''''''6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-36</a:t>
            </a:fld>
            <a:endParaRPr kumimoji="0" lang="de-AT" sz="1600" b="0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DAC34434-5399-9D6F-73DE-2167A81EE477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3279775" y="4752975"/>
            <a:ext cx="12128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840E8F7A-52F9-455F-9B11-7834BEB8FE7E}" type="datetime'''''''''''''''''C''''''''''''o''''pp''''er'''''''': 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Copper: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98569E4A-8B26-614D-0FFD-BF0E4C5A30D4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4492625" y="4752975"/>
            <a:ext cx="430213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FF35AEB7-4713-4872-8207-E0BFFAE25BFD}" type="datetime'-''''2''''''''2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-22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CCC743F9-8D66-CD7C-25FF-361C327E8387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3279775" y="5014913"/>
            <a:ext cx="12128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B7065DD6-48D3-4AFB-BEA4-E1BAF4E5F1EF}" type="datetime'''''''''FT''T''''H''/''''''''''''B'''''''''''''''''': 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FTTH/B: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34" name="Textplatzhalter 2">
            <a:extLst>
              <a:ext uri="{FF2B5EF4-FFF2-40B4-BE49-F238E27FC236}">
                <a16:creationId xmlns:a16="http://schemas.microsoft.com/office/drawing/2014/main" id="{09AFE0C6-C6A1-F68B-1741-E25C31B270B4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4492625" y="5014913"/>
            <a:ext cx="430213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D28101FE-4FA0-4E6F-8BE3-D5821494E69E}" type="datetime'''''''''''''''''''''''''''''''-''''''''4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-4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35" name="Textplatzhalter 2">
            <a:extLst>
              <a:ext uri="{FF2B5EF4-FFF2-40B4-BE49-F238E27FC236}">
                <a16:creationId xmlns:a16="http://schemas.microsoft.com/office/drawing/2014/main" id="{6C8ED034-6CCE-565E-2D7E-4E696FDA2EA1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3279775" y="5276850"/>
            <a:ext cx="1212850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7FD4AE37-9397-469B-AE99-961BF35DE9ED}" type="datetime'''''''''''''''F''W''''''A'':'''''''''' 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FWA: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37" name="Textplatzhalter 2">
            <a:extLst>
              <a:ext uri="{FF2B5EF4-FFF2-40B4-BE49-F238E27FC236}">
                <a16:creationId xmlns:a16="http://schemas.microsoft.com/office/drawing/2014/main" id="{54F542D1-9EB8-395A-E949-ECCA503E056B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3279775" y="5540375"/>
            <a:ext cx="12128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18D7A4C8-4AFB-4202-B0F1-B2F8E6782CB7}" type="datetime'''H''''''yb''''''''r''i''''''''''''d'''''''''''':'''''' 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Hybrid: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38" name="Textplatzhalter 2">
            <a:extLst>
              <a:ext uri="{FF2B5EF4-FFF2-40B4-BE49-F238E27FC236}">
                <a16:creationId xmlns:a16="http://schemas.microsoft.com/office/drawing/2014/main" id="{A563F492-78B5-035D-5BE6-CA35B1E1A2B4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4492625" y="5540375"/>
            <a:ext cx="430213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13E208E1-7971-4AE6-80C7-BA399201B1B3}" type="datetime'-''''6''''''''''''''''''''''''''6''''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-66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9FD3A0C7-17D1-322F-989F-8135EA0CEB1E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3279775" y="5802313"/>
            <a:ext cx="12128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718B0804-3EA0-4E91-B2E6-67ED89878CF3}" type="datetime'C''''''''''''''''u''''''''b''''''e'''':'' 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Cube: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40" name="Textplatzhalter 2">
            <a:extLst>
              <a:ext uri="{FF2B5EF4-FFF2-40B4-BE49-F238E27FC236}">
                <a16:creationId xmlns:a16="http://schemas.microsoft.com/office/drawing/2014/main" id="{81FE793B-62A9-6D33-83BF-38E7E9805E36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auto">
          <a:xfrm>
            <a:off x="4492625" y="5802313"/>
            <a:ext cx="430213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CDA1950F-3BB0-4FD4-A458-ACB8AFD26084}" type="datetime'''''''''''''''''''''''''''-''4''''''0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-40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41" name="Textplatzhalter 2">
            <a:extLst>
              <a:ext uri="{FF2B5EF4-FFF2-40B4-BE49-F238E27FC236}">
                <a16:creationId xmlns:a16="http://schemas.microsoft.com/office/drawing/2014/main" id="{19DF1A9F-B029-36F0-9722-29986ACBD610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3279775" y="6064250"/>
            <a:ext cx="12128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424380CE-076F-4320-A77A-125E3FDD7CCD}" type="datetime'''''''E''''T'' ''''''''''''''''''M''o''''''no'''''''''': 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ET Mono: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42" name="Textplatzhalter 2">
            <a:extLst>
              <a:ext uri="{FF2B5EF4-FFF2-40B4-BE49-F238E27FC236}">
                <a16:creationId xmlns:a16="http://schemas.microsoft.com/office/drawing/2014/main" id="{7AF53D37-4060-B70D-12EC-06B99A566D0E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auto">
          <a:xfrm>
            <a:off x="4492625" y="6064250"/>
            <a:ext cx="430213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037D3074-9D94-4F0B-A080-A7D1FABF926E}" type="datetime'''''''''''''''''-''''''''5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-5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43" name="Textplatzhalter 2">
            <a:extLst>
              <a:ext uri="{FF2B5EF4-FFF2-40B4-BE49-F238E27FC236}">
                <a16:creationId xmlns:a16="http://schemas.microsoft.com/office/drawing/2014/main" id="{9356145F-9106-AF67-8DE5-560D72F88FD7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auto">
          <a:xfrm>
            <a:off x="3279775" y="6326188"/>
            <a:ext cx="1212850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A0D424D6-D6B5-4964-BB41-86ED607B33CE}" type="datetime'T''''''''''V'''''''''''''''''''''' ''H''''om''''e'''': 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TV Home: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44" name="Textplatzhalter 2">
            <a:extLst>
              <a:ext uri="{FF2B5EF4-FFF2-40B4-BE49-F238E27FC236}">
                <a16:creationId xmlns:a16="http://schemas.microsoft.com/office/drawing/2014/main" id="{26BAC0A6-485D-4436-03EE-E33E795CE5AE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auto">
          <a:xfrm>
            <a:off x="4492625" y="6326188"/>
            <a:ext cx="430213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A8410637-6B33-4C06-BF1E-E8FBDAE9925E}" type="datetime'''''''''''''''''''-''''''''''1''''''''''''''''''''0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-10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45" name="Textplatzhalter 2">
            <a:extLst>
              <a:ext uri="{FF2B5EF4-FFF2-40B4-BE49-F238E27FC236}">
                <a16:creationId xmlns:a16="http://schemas.microsoft.com/office/drawing/2014/main" id="{B72B4829-F7B7-1E32-00BC-6C75FE2B8447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auto">
          <a:xfrm>
            <a:off x="3279775" y="6589713"/>
            <a:ext cx="12128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B79AE5CD-17A1-4808-B2A0-C3286C769AB7}" type="datetime'T''''''''''''''''V'' ''''''''''''S''''''O'':'''''''' 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TV SO: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46" name="Textplatzhalter 2">
            <a:extLst>
              <a:ext uri="{FF2B5EF4-FFF2-40B4-BE49-F238E27FC236}">
                <a16:creationId xmlns:a16="http://schemas.microsoft.com/office/drawing/2014/main" id="{B58ABE41-E69F-1CB7-4825-6C0295EF3B14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auto">
          <a:xfrm>
            <a:off x="4492625" y="6589713"/>
            <a:ext cx="430213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CA1EA66A-25E2-479A-8503-D0D7079E4D5F}" type="datetime'''''-''3''''''''''''''''3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-33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74" name="Textplatzhalter 2">
            <a:extLst>
              <a:ext uri="{FF2B5EF4-FFF2-40B4-BE49-F238E27FC236}">
                <a16:creationId xmlns:a16="http://schemas.microsoft.com/office/drawing/2014/main" id="{D6A29947-1136-9051-CDA0-793F0336E6FB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auto">
          <a:xfrm>
            <a:off x="7219950" y="3965576"/>
            <a:ext cx="1201738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8A3CB62C-AD9E-4AC8-953A-A6823D4A0322}" type="datetime'r''''''''''''''''''''''''''''''''''N''''''''''PS'''':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rNPS: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75" name="Textplatzhalter 2">
            <a:extLst>
              <a:ext uri="{FF2B5EF4-FFF2-40B4-BE49-F238E27FC236}">
                <a16:creationId xmlns:a16="http://schemas.microsoft.com/office/drawing/2014/main" id="{81D5DF17-9E5D-99EB-E22A-49A682C10AA8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auto">
          <a:xfrm>
            <a:off x="8421688" y="3965576"/>
            <a:ext cx="50165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3053C086-40E5-440A-95F5-D68C6A92C57D}" type="datetime'-''''''''''''1''''4''''''''''''''''''''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-14</a:t>
            </a:fld>
            <a:endParaRPr kumimoji="0" lang="de-AT" sz="1600" b="0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76" name="Textplatzhalter 2">
            <a:extLst>
              <a:ext uri="{FF2B5EF4-FFF2-40B4-BE49-F238E27FC236}">
                <a16:creationId xmlns:a16="http://schemas.microsoft.com/office/drawing/2014/main" id="{BF76D5B9-8980-8D50-6F28-73FC1E3E9F8E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auto">
          <a:xfrm>
            <a:off x="7219950" y="4222751"/>
            <a:ext cx="1201738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7BF43D0C-E37A-43B8-9847-0D58E9CF2601}" type="datetime'''''''''''''p''''''''''''''N''''''''''''P''''''''S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pNPS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77" name="Textplatzhalter 2">
            <a:extLst>
              <a:ext uri="{FF2B5EF4-FFF2-40B4-BE49-F238E27FC236}">
                <a16:creationId xmlns:a16="http://schemas.microsoft.com/office/drawing/2014/main" id="{1ECD0CEF-3545-C50F-F427-56FD5F0FD2B9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auto">
          <a:xfrm>
            <a:off x="7219950" y="4479926"/>
            <a:ext cx="1201738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516778A5-87B6-4428-8A83-86E2DCAC3D42}" type="datetime'''''''''''''''''I''''@H'''':'''''''''''''''' ''''''''''''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I@H: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78" name="Textplatzhalter 2">
            <a:extLst>
              <a:ext uri="{FF2B5EF4-FFF2-40B4-BE49-F238E27FC236}">
                <a16:creationId xmlns:a16="http://schemas.microsoft.com/office/drawing/2014/main" id="{D2C87169-7846-8818-4B63-349559281407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auto">
          <a:xfrm>
            <a:off x="8421688" y="4479926"/>
            <a:ext cx="50165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F9DB72C1-EB70-41D9-AA99-5913ADB04019}" type="datetime'''''''''''''''-''2''''''''''''''''''''''''''2''''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-22</a:t>
            </a:fld>
            <a:endParaRPr kumimoji="0" lang="de-AT" sz="1600" b="0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79" name="Textplatzhalter 2">
            <a:extLst>
              <a:ext uri="{FF2B5EF4-FFF2-40B4-BE49-F238E27FC236}">
                <a16:creationId xmlns:a16="http://schemas.microsoft.com/office/drawing/2014/main" id="{CAD09EC3-F89A-D281-3257-9F6EA4A30977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7219950" y="4737101"/>
            <a:ext cx="1201738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457A8CCA-E39A-4525-B5D1-6408BD79268D}" type="datetime'''Co''''''''''p''''pe''''''r'':'''''''' ''''''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Copper: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80" name="Textplatzhalter 2">
            <a:extLst>
              <a:ext uri="{FF2B5EF4-FFF2-40B4-BE49-F238E27FC236}">
                <a16:creationId xmlns:a16="http://schemas.microsoft.com/office/drawing/2014/main" id="{926E1B65-363C-0197-5298-C8F9A73ECEB8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8421688" y="4737101"/>
            <a:ext cx="50165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2BAC5EE3-BD54-4E0F-B8DD-1CEA988D2A5B}" type="datetime'''''''''''''''''''''''''''''''''-1''''''''''''4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-14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81" name="Textplatzhalter 2">
            <a:extLst>
              <a:ext uri="{FF2B5EF4-FFF2-40B4-BE49-F238E27FC236}">
                <a16:creationId xmlns:a16="http://schemas.microsoft.com/office/drawing/2014/main" id="{9982577A-835C-FE76-6A9E-58ED6AE7A0F6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auto">
          <a:xfrm>
            <a:off x="7219950" y="4994276"/>
            <a:ext cx="1201738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DB1D2FC8-09B2-4DFE-A698-4906F16BEB32}" type="datetime'''''''F''''''T''''''''''''''''T''''''''H/B'''': 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FTTH/B: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82" name="Textplatzhalter 2">
            <a:extLst>
              <a:ext uri="{FF2B5EF4-FFF2-40B4-BE49-F238E27FC236}">
                <a16:creationId xmlns:a16="http://schemas.microsoft.com/office/drawing/2014/main" id="{08526775-8AC3-98F0-8321-854E5FAB93A9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8421688" y="4994276"/>
            <a:ext cx="50165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4C0B93E9-D20E-4386-BCC6-40FAC8CB7606}" type="datetime'''''''''''''''''''''''1''''''''''4''''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14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83" name="Textplatzhalter 2">
            <a:extLst>
              <a:ext uri="{FF2B5EF4-FFF2-40B4-BE49-F238E27FC236}">
                <a16:creationId xmlns:a16="http://schemas.microsoft.com/office/drawing/2014/main" id="{E9E61961-3A9D-B028-BD92-974230F80DD9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auto">
          <a:xfrm>
            <a:off x="7219950" y="5251451"/>
            <a:ext cx="1201738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8B3C674D-D860-481A-8798-3C51A863EAD7}" type="datetime'''''''''''''F''WA'':'' ''''''''''''''''''''''''''''''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FWA: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84" name="Textplatzhalter 2">
            <a:extLst>
              <a:ext uri="{FF2B5EF4-FFF2-40B4-BE49-F238E27FC236}">
                <a16:creationId xmlns:a16="http://schemas.microsoft.com/office/drawing/2014/main" id="{6F9AC74F-E189-AA2C-2466-E7B5A0FE45FB}"/>
              </a:ext>
            </a:extLst>
          </p:cNvPr>
          <p:cNvSpPr>
            <a:spLocks noGrp="1"/>
          </p:cNvSpPr>
          <p:nvPr>
            <p:custDataLst>
              <p:tags r:id="rId32"/>
            </p:custDataLst>
          </p:nvPr>
        </p:nvSpPr>
        <p:spPr bwMode="auto">
          <a:xfrm>
            <a:off x="8421688" y="5251451"/>
            <a:ext cx="50165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0D88660C-CC94-4699-94BD-7CAAB029718E}" type="datetime'''''''''''''''''''-''1''''''''''''''''9''''''''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-19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85" name="Textplatzhalter 2">
            <a:extLst>
              <a:ext uri="{FF2B5EF4-FFF2-40B4-BE49-F238E27FC236}">
                <a16:creationId xmlns:a16="http://schemas.microsoft.com/office/drawing/2014/main" id="{8F7B8E8E-C538-932D-1703-DE48DE5515AF}"/>
              </a:ext>
            </a:extLst>
          </p:cNvPr>
          <p:cNvSpPr>
            <a:spLocks noGrp="1"/>
          </p:cNvSpPr>
          <p:nvPr>
            <p:custDataLst>
              <p:tags r:id="rId33"/>
            </p:custDataLst>
          </p:nvPr>
        </p:nvSpPr>
        <p:spPr bwMode="auto">
          <a:xfrm>
            <a:off x="7219950" y="5508626"/>
            <a:ext cx="1201738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9C38EB99-E98A-440D-A413-019DED546D27}" type="datetime'''Hy''''''b''''ri''''''''''''''''''d'''''''''':'''' 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Hybrid: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86" name="Textplatzhalter 2">
            <a:extLst>
              <a:ext uri="{FF2B5EF4-FFF2-40B4-BE49-F238E27FC236}">
                <a16:creationId xmlns:a16="http://schemas.microsoft.com/office/drawing/2014/main" id="{9FA265CD-A894-354D-976B-03837F7A1D51}"/>
              </a:ext>
            </a:extLst>
          </p:cNvPr>
          <p:cNvSpPr>
            <a:spLocks noGrp="1"/>
          </p:cNvSpPr>
          <p:nvPr>
            <p:custDataLst>
              <p:tags r:id="rId34"/>
            </p:custDataLst>
          </p:nvPr>
        </p:nvSpPr>
        <p:spPr bwMode="auto">
          <a:xfrm>
            <a:off x="8421688" y="5508626"/>
            <a:ext cx="50165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1DC0FA8B-C121-47DD-8756-499D0DF7923A}" type="datetime'''''''''''''''''''-''''''''''''''''''''4''''''''''4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-44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87" name="Textplatzhalter 2">
            <a:extLst>
              <a:ext uri="{FF2B5EF4-FFF2-40B4-BE49-F238E27FC236}">
                <a16:creationId xmlns:a16="http://schemas.microsoft.com/office/drawing/2014/main" id="{D82196E5-C84F-39DC-598B-4079B12183C6}"/>
              </a:ext>
            </a:extLst>
          </p:cNvPr>
          <p:cNvSpPr>
            <a:spLocks noGrp="1"/>
          </p:cNvSpPr>
          <p:nvPr>
            <p:custDataLst>
              <p:tags r:id="rId35"/>
            </p:custDataLst>
          </p:nvPr>
        </p:nvSpPr>
        <p:spPr bwMode="auto">
          <a:xfrm>
            <a:off x="7219950" y="5765801"/>
            <a:ext cx="1201738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163D5FA7-49B6-41F5-B853-1ADD14F20466}" type="datetime'''C''''''ub''''''''''''''''''''''e:'''''''' ''''''''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Cube: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88" name="Textplatzhalter 2">
            <a:extLst>
              <a:ext uri="{FF2B5EF4-FFF2-40B4-BE49-F238E27FC236}">
                <a16:creationId xmlns:a16="http://schemas.microsoft.com/office/drawing/2014/main" id="{A47C00A7-21E4-D53C-10A4-9F390117A4BA}"/>
              </a:ext>
            </a:extLst>
          </p:cNvPr>
          <p:cNvSpPr>
            <a:spLocks noGrp="1"/>
          </p:cNvSpPr>
          <p:nvPr>
            <p:custDataLst>
              <p:tags r:id="rId36"/>
            </p:custDataLst>
          </p:nvPr>
        </p:nvSpPr>
        <p:spPr bwMode="auto">
          <a:xfrm>
            <a:off x="8421688" y="5765801"/>
            <a:ext cx="50165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6DF46C6F-2BC3-49A6-BD26-0E5BD6C53C69}" type="datetime'''''''''''''''-''''''''1''''''''''''''''''6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-16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89" name="Textplatzhalter 2">
            <a:extLst>
              <a:ext uri="{FF2B5EF4-FFF2-40B4-BE49-F238E27FC236}">
                <a16:creationId xmlns:a16="http://schemas.microsoft.com/office/drawing/2014/main" id="{7CD82BEB-27E1-B641-2B78-CA9E7BE80AAF}"/>
              </a:ext>
            </a:extLst>
          </p:cNvPr>
          <p:cNvSpPr>
            <a:spLocks noGrp="1"/>
          </p:cNvSpPr>
          <p:nvPr>
            <p:custDataLst>
              <p:tags r:id="rId37"/>
            </p:custDataLst>
          </p:nvPr>
        </p:nvSpPr>
        <p:spPr bwMode="auto">
          <a:xfrm>
            <a:off x="7219950" y="6022976"/>
            <a:ext cx="1201738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88625D70-8D87-4390-97F4-1A2EA0F5DA7C}" type="datetime'''''E''''T'''' ''M''''''on''''''''''''o'''''''''''': 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ET Mono: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90" name="Textplatzhalter 2">
            <a:extLst>
              <a:ext uri="{FF2B5EF4-FFF2-40B4-BE49-F238E27FC236}">
                <a16:creationId xmlns:a16="http://schemas.microsoft.com/office/drawing/2014/main" id="{45C464A6-8F35-2F97-7C2D-B201F895DAF1}"/>
              </a:ext>
            </a:extLst>
          </p:cNvPr>
          <p:cNvSpPr>
            <a:spLocks noGrp="1"/>
          </p:cNvSpPr>
          <p:nvPr>
            <p:custDataLst>
              <p:tags r:id="rId38"/>
            </p:custDataLst>
          </p:nvPr>
        </p:nvSpPr>
        <p:spPr bwMode="auto">
          <a:xfrm>
            <a:off x="8421688" y="6022976"/>
            <a:ext cx="50165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D7512DF6-CC3D-4E3C-AD87-DDB423660634}" type="datetime'''''''-''''''''''''''''''''''''''3''''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-3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91" name="Textplatzhalter 2">
            <a:extLst>
              <a:ext uri="{FF2B5EF4-FFF2-40B4-BE49-F238E27FC236}">
                <a16:creationId xmlns:a16="http://schemas.microsoft.com/office/drawing/2014/main" id="{F16E93CF-98B5-7488-55D2-A09BF1A65550}"/>
              </a:ext>
            </a:extLst>
          </p:cNvPr>
          <p:cNvSpPr>
            <a:spLocks noGrp="1"/>
          </p:cNvSpPr>
          <p:nvPr>
            <p:custDataLst>
              <p:tags r:id="rId39"/>
            </p:custDataLst>
          </p:nvPr>
        </p:nvSpPr>
        <p:spPr bwMode="auto">
          <a:xfrm>
            <a:off x="7219950" y="6280151"/>
            <a:ext cx="1201738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ACCCB119-C85A-4907-BBA5-D24CC8FA4CE0}" type="datetime'''''''''''T''''''''V H''''''''o''m''''''''e'':'''''''''''' 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TV Home: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92" name="Textplatzhalter 2">
            <a:extLst>
              <a:ext uri="{FF2B5EF4-FFF2-40B4-BE49-F238E27FC236}">
                <a16:creationId xmlns:a16="http://schemas.microsoft.com/office/drawing/2014/main" id="{02A8C71D-2A46-40E3-E9BA-D9C0AE868CEB}"/>
              </a:ext>
            </a:extLst>
          </p:cNvPr>
          <p:cNvSpPr>
            <a:spLocks noGrp="1"/>
          </p:cNvSpPr>
          <p:nvPr>
            <p:custDataLst>
              <p:tags r:id="rId40"/>
            </p:custDataLst>
          </p:nvPr>
        </p:nvSpPr>
        <p:spPr bwMode="auto">
          <a:xfrm>
            <a:off x="8421688" y="6280151"/>
            <a:ext cx="50165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2CB9976D-0D00-4897-872A-57A4A719FFD7}" type="datetime'''''-''''''''''''''''''3''''''''''''''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-3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93" name="Textplatzhalter 2">
            <a:extLst>
              <a:ext uri="{FF2B5EF4-FFF2-40B4-BE49-F238E27FC236}">
                <a16:creationId xmlns:a16="http://schemas.microsoft.com/office/drawing/2014/main" id="{15921756-2F2C-02E1-FE42-3616E45FEE2C}"/>
              </a:ext>
            </a:extLst>
          </p:cNvPr>
          <p:cNvSpPr>
            <a:spLocks noGrp="1"/>
          </p:cNvSpPr>
          <p:nvPr>
            <p:custDataLst>
              <p:tags r:id="rId41"/>
            </p:custDataLst>
          </p:nvPr>
        </p:nvSpPr>
        <p:spPr bwMode="auto">
          <a:xfrm>
            <a:off x="7219950" y="6537326"/>
            <a:ext cx="1201738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EE852785-8FFC-4C63-8508-05D680B5EDA2}" type="datetime'''T''''V'''''''' ''''''''''''''SO'':'''''''''' 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TV SO: </a:t>
            </a:fld>
            <a:endParaRPr kumimoji="0" lang="de-AT" sz="1600" b="1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94" name="Textplatzhalter 2">
            <a:extLst>
              <a:ext uri="{FF2B5EF4-FFF2-40B4-BE49-F238E27FC236}">
                <a16:creationId xmlns:a16="http://schemas.microsoft.com/office/drawing/2014/main" id="{9D5E0FC0-2DA5-1444-3BEE-97BC6FB3935D}"/>
              </a:ext>
            </a:extLst>
          </p:cNvPr>
          <p:cNvSpPr>
            <a:spLocks noGrp="1"/>
          </p:cNvSpPr>
          <p:nvPr>
            <p:custDataLst>
              <p:tags r:id="rId42"/>
            </p:custDataLst>
          </p:nvPr>
        </p:nvSpPr>
        <p:spPr bwMode="auto">
          <a:xfrm>
            <a:off x="8421688" y="6537326"/>
            <a:ext cx="50165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A43C451B-5EAB-4082-96BA-852AB1F4F2D5}" type="datetime'''''''-''''3''''''''''''1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-31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96" name="Textplatzhalter 2">
            <a:extLst>
              <a:ext uri="{FF2B5EF4-FFF2-40B4-BE49-F238E27FC236}">
                <a16:creationId xmlns:a16="http://schemas.microsoft.com/office/drawing/2014/main" id="{A6A41741-B422-E4E5-7472-8A8DDD532D10}"/>
              </a:ext>
            </a:extLst>
          </p:cNvPr>
          <p:cNvSpPr>
            <a:spLocks noGrp="1"/>
          </p:cNvSpPr>
          <p:nvPr>
            <p:custDataLst>
              <p:tags r:id="rId43"/>
            </p:custDataLst>
          </p:nvPr>
        </p:nvSpPr>
        <p:spPr bwMode="auto">
          <a:xfrm>
            <a:off x="9472613" y="3930650"/>
            <a:ext cx="12573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636C5D32-F504-4CB6-9E05-B7205F7C8C44}" type="datetime'''''r''''''''''''''''N''''''P''''''''''''''''S'':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rNPS: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97" name="Textplatzhalter 2">
            <a:extLst>
              <a:ext uri="{FF2B5EF4-FFF2-40B4-BE49-F238E27FC236}">
                <a16:creationId xmlns:a16="http://schemas.microsoft.com/office/drawing/2014/main" id="{018CB838-8C93-5EE0-6D8B-330573ED4FD8}"/>
              </a:ext>
            </a:extLst>
          </p:cNvPr>
          <p:cNvSpPr>
            <a:spLocks noGrp="1"/>
          </p:cNvSpPr>
          <p:nvPr>
            <p:custDataLst>
              <p:tags r:id="rId44"/>
            </p:custDataLst>
          </p:nvPr>
        </p:nvSpPr>
        <p:spPr bwMode="auto">
          <a:xfrm>
            <a:off x="10729913" y="3930650"/>
            <a:ext cx="3619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CC362662-D37F-4405-85CA-6AF465C28F04}" type="datetime'''''''''''''''-''''5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-5</a:t>
            </a:fld>
            <a:endParaRPr kumimoji="0" lang="de-AT" sz="1600" b="0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98" name="Textplatzhalter 2">
            <a:extLst>
              <a:ext uri="{FF2B5EF4-FFF2-40B4-BE49-F238E27FC236}">
                <a16:creationId xmlns:a16="http://schemas.microsoft.com/office/drawing/2014/main" id="{3FF5F039-E8D6-FFED-5C5F-459C44CB0F05}"/>
              </a:ext>
            </a:extLst>
          </p:cNvPr>
          <p:cNvSpPr>
            <a:spLocks noGrp="1"/>
          </p:cNvSpPr>
          <p:nvPr>
            <p:custDataLst>
              <p:tags r:id="rId45"/>
            </p:custDataLst>
          </p:nvPr>
        </p:nvSpPr>
        <p:spPr bwMode="auto">
          <a:xfrm>
            <a:off x="9472613" y="4191000"/>
            <a:ext cx="12573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F9D8B6E9-A881-4C19-AF16-C81036660DF3}" type="datetime'''''''''''''''''p''''''''''''''''''''''''''''''''N''''''P''S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pNPS</a:t>
            </a:fld>
            <a:endParaRPr kumimoji="0" lang="de-AT" sz="1600" b="1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99" name="Textplatzhalter 2">
            <a:extLst>
              <a:ext uri="{FF2B5EF4-FFF2-40B4-BE49-F238E27FC236}">
                <a16:creationId xmlns:a16="http://schemas.microsoft.com/office/drawing/2014/main" id="{23EAF6E0-2795-8EE8-88EE-510002A2E395}"/>
              </a:ext>
            </a:extLst>
          </p:cNvPr>
          <p:cNvSpPr>
            <a:spLocks noGrp="1"/>
          </p:cNvSpPr>
          <p:nvPr>
            <p:custDataLst>
              <p:tags r:id="rId46"/>
            </p:custDataLst>
          </p:nvPr>
        </p:nvSpPr>
        <p:spPr bwMode="auto">
          <a:xfrm>
            <a:off x="9472613" y="4451350"/>
            <a:ext cx="12573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818A67B8-4518-40E8-A2E7-A5730B5D8153}" type="datetime'''I''''''''''''''@''''''''''''''''''H'':'''''''''' ''''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I@H: </a:t>
            </a:fld>
            <a:endParaRPr kumimoji="0" lang="de-AT" sz="1600" b="1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0" name="Textplatzhalter 2">
            <a:extLst>
              <a:ext uri="{FF2B5EF4-FFF2-40B4-BE49-F238E27FC236}">
                <a16:creationId xmlns:a16="http://schemas.microsoft.com/office/drawing/2014/main" id="{FF64E605-401D-94DC-8AF4-0F372F352E34}"/>
              </a:ext>
            </a:extLst>
          </p:cNvPr>
          <p:cNvSpPr>
            <a:spLocks noGrp="1"/>
          </p:cNvSpPr>
          <p:nvPr>
            <p:custDataLst>
              <p:tags r:id="rId47"/>
            </p:custDataLst>
          </p:nvPr>
        </p:nvSpPr>
        <p:spPr bwMode="auto">
          <a:xfrm>
            <a:off x="10729913" y="4451350"/>
            <a:ext cx="3619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4016F389-33CC-4BF2-B000-F3A9FB01EC4C}" type="datetime'''''''''''''''''''''''''''''''''-''''''''''''7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-7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1" name="Textplatzhalter 2">
            <a:extLst>
              <a:ext uri="{FF2B5EF4-FFF2-40B4-BE49-F238E27FC236}">
                <a16:creationId xmlns:a16="http://schemas.microsoft.com/office/drawing/2014/main" id="{6E062E8F-5147-351E-CB01-18E0D323B380}"/>
              </a:ext>
            </a:extLst>
          </p:cNvPr>
          <p:cNvSpPr>
            <a:spLocks noGrp="1"/>
          </p:cNvSpPr>
          <p:nvPr>
            <p:custDataLst>
              <p:tags r:id="rId48"/>
            </p:custDataLst>
          </p:nvPr>
        </p:nvSpPr>
        <p:spPr bwMode="auto">
          <a:xfrm>
            <a:off x="9472613" y="4711700"/>
            <a:ext cx="12573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8C7246B2-63A0-4C6A-BEDF-DC5214EAEE31}" type="datetime'''''C''''o''''pp''''''''''''''''''''''''er'''''''': 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Copper: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2" name="Textplatzhalter 2">
            <a:extLst>
              <a:ext uri="{FF2B5EF4-FFF2-40B4-BE49-F238E27FC236}">
                <a16:creationId xmlns:a16="http://schemas.microsoft.com/office/drawing/2014/main" id="{80D1BC5C-9B32-F6D5-2676-C7DA4050D2E5}"/>
              </a:ext>
            </a:extLst>
          </p:cNvPr>
          <p:cNvSpPr>
            <a:spLocks noGrp="1"/>
          </p:cNvSpPr>
          <p:nvPr>
            <p:custDataLst>
              <p:tags r:id="rId49"/>
            </p:custDataLst>
          </p:nvPr>
        </p:nvSpPr>
        <p:spPr bwMode="auto">
          <a:xfrm>
            <a:off x="10729913" y="4711700"/>
            <a:ext cx="3619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36266A49-A671-4965-A568-2881AC5911FB}" type="datetime'''''''''''''''''''2''''''''''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2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3" name="Textplatzhalter 2">
            <a:extLst>
              <a:ext uri="{FF2B5EF4-FFF2-40B4-BE49-F238E27FC236}">
                <a16:creationId xmlns:a16="http://schemas.microsoft.com/office/drawing/2014/main" id="{E3BD9DD0-9C86-7C32-632F-620043705828}"/>
              </a:ext>
            </a:extLst>
          </p:cNvPr>
          <p:cNvSpPr>
            <a:spLocks noGrp="1"/>
          </p:cNvSpPr>
          <p:nvPr>
            <p:custDataLst>
              <p:tags r:id="rId50"/>
            </p:custDataLst>
          </p:nvPr>
        </p:nvSpPr>
        <p:spPr bwMode="auto">
          <a:xfrm>
            <a:off x="9472613" y="4972050"/>
            <a:ext cx="12573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A530AA55-B922-4773-A7DE-DB3323004684}" type="datetime'''''''F''T''''''''''T''''''''''H/''''''''''''''B'''':'' 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FTTH/B: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4" name="Textplatzhalter 2">
            <a:extLst>
              <a:ext uri="{FF2B5EF4-FFF2-40B4-BE49-F238E27FC236}">
                <a16:creationId xmlns:a16="http://schemas.microsoft.com/office/drawing/2014/main" id="{B7A5BA4C-976C-A7F4-C7C0-2A769085DB21}"/>
              </a:ext>
            </a:extLst>
          </p:cNvPr>
          <p:cNvSpPr>
            <a:spLocks noGrp="1"/>
          </p:cNvSpPr>
          <p:nvPr>
            <p:custDataLst>
              <p:tags r:id="rId51"/>
            </p:custDataLst>
          </p:nvPr>
        </p:nvSpPr>
        <p:spPr bwMode="auto">
          <a:xfrm>
            <a:off x="10729913" y="4972050"/>
            <a:ext cx="3619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4DED94AD-DC11-4B36-8B44-090BFC01C967}" type="datetime'''''''''''''''1''''''''''''''''''''''''''''''''''''''1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11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5" name="Textplatzhalter 2">
            <a:extLst>
              <a:ext uri="{FF2B5EF4-FFF2-40B4-BE49-F238E27FC236}">
                <a16:creationId xmlns:a16="http://schemas.microsoft.com/office/drawing/2014/main" id="{C4740EEB-7C3C-ED50-BD4F-202EF1608BA7}"/>
              </a:ext>
            </a:extLst>
          </p:cNvPr>
          <p:cNvSpPr>
            <a:spLocks noGrp="1"/>
          </p:cNvSpPr>
          <p:nvPr>
            <p:custDataLst>
              <p:tags r:id="rId52"/>
            </p:custDataLst>
          </p:nvPr>
        </p:nvSpPr>
        <p:spPr bwMode="auto">
          <a:xfrm>
            <a:off x="9472613" y="5232400"/>
            <a:ext cx="12573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4013D7D3-F0CA-4800-8E87-10F150C33FA9}" type="datetime'FW''''A'''''''''''''''''''''''''''':'''''''''''''' ''''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FWA: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6" name="Textplatzhalter 2">
            <a:extLst>
              <a:ext uri="{FF2B5EF4-FFF2-40B4-BE49-F238E27FC236}">
                <a16:creationId xmlns:a16="http://schemas.microsoft.com/office/drawing/2014/main" id="{96EF1195-2193-7604-BE06-33AC858BF30A}"/>
              </a:ext>
            </a:extLst>
          </p:cNvPr>
          <p:cNvSpPr>
            <a:spLocks noGrp="1"/>
          </p:cNvSpPr>
          <p:nvPr>
            <p:custDataLst>
              <p:tags r:id="rId53"/>
            </p:custDataLst>
          </p:nvPr>
        </p:nvSpPr>
        <p:spPr bwMode="auto">
          <a:xfrm>
            <a:off x="10729913" y="5232400"/>
            <a:ext cx="3619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78735F5D-9682-4A8D-874A-E8F3C0661BC7}" type="datetime'''''''''''''''''''''-''''''''''''''8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-8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7" name="Textplatzhalter 2">
            <a:extLst>
              <a:ext uri="{FF2B5EF4-FFF2-40B4-BE49-F238E27FC236}">
                <a16:creationId xmlns:a16="http://schemas.microsoft.com/office/drawing/2014/main" id="{7DC1BA45-2BF5-8BE0-4A82-ED27E3EA1719}"/>
              </a:ext>
            </a:extLst>
          </p:cNvPr>
          <p:cNvSpPr>
            <a:spLocks noGrp="1"/>
          </p:cNvSpPr>
          <p:nvPr>
            <p:custDataLst>
              <p:tags r:id="rId54"/>
            </p:custDataLst>
          </p:nvPr>
        </p:nvSpPr>
        <p:spPr bwMode="auto">
          <a:xfrm>
            <a:off x="9472613" y="5492750"/>
            <a:ext cx="12573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FF6B0A98-6F10-4BE5-98CF-370F25FBC183}" type="datetime'''''''''H''''''y''''''''''''''''''''''''''br''''i''d: 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Hybrid: </a:t>
            </a:fld>
            <a:endParaRPr kumimoji="0" lang="de-AT" sz="1600" b="1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8" name="Textplatzhalter 2">
            <a:extLst>
              <a:ext uri="{FF2B5EF4-FFF2-40B4-BE49-F238E27FC236}">
                <a16:creationId xmlns:a16="http://schemas.microsoft.com/office/drawing/2014/main" id="{6F509F09-9F07-C1DF-2D4E-DAB9958B0861}"/>
              </a:ext>
            </a:extLst>
          </p:cNvPr>
          <p:cNvSpPr>
            <a:spLocks noGrp="1"/>
          </p:cNvSpPr>
          <p:nvPr>
            <p:custDataLst>
              <p:tags r:id="rId55"/>
            </p:custDataLst>
          </p:nvPr>
        </p:nvSpPr>
        <p:spPr bwMode="auto">
          <a:xfrm>
            <a:off x="10729913" y="5492750"/>
            <a:ext cx="3619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A3685006-D720-4452-912B-0DA7C47F7021}" type="datetime'''-''''''''''''''''''''''2''''''''''''''''''2''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-22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9" name="Textplatzhalter 2">
            <a:extLst>
              <a:ext uri="{FF2B5EF4-FFF2-40B4-BE49-F238E27FC236}">
                <a16:creationId xmlns:a16="http://schemas.microsoft.com/office/drawing/2014/main" id="{5FE49C56-8663-D425-34D7-F4CD4D6E1506}"/>
              </a:ext>
            </a:extLst>
          </p:cNvPr>
          <p:cNvSpPr>
            <a:spLocks noGrp="1"/>
          </p:cNvSpPr>
          <p:nvPr>
            <p:custDataLst>
              <p:tags r:id="rId56"/>
            </p:custDataLst>
          </p:nvPr>
        </p:nvSpPr>
        <p:spPr bwMode="auto">
          <a:xfrm>
            <a:off x="9472613" y="5753100"/>
            <a:ext cx="12573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18F243A5-185A-4288-B3C3-8C5F7E25AEC6}" type="datetime'''''''''''''''''''''''''''''''''Cu''''b''''''''e'':'''' 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Cube: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10" name="Textplatzhalter 2">
            <a:extLst>
              <a:ext uri="{FF2B5EF4-FFF2-40B4-BE49-F238E27FC236}">
                <a16:creationId xmlns:a16="http://schemas.microsoft.com/office/drawing/2014/main" id="{9509EC9B-BD4D-2DFE-C689-A7AA3E0547B6}"/>
              </a:ext>
            </a:extLst>
          </p:cNvPr>
          <p:cNvSpPr>
            <a:spLocks noGrp="1"/>
          </p:cNvSpPr>
          <p:nvPr>
            <p:custDataLst>
              <p:tags r:id="rId57"/>
            </p:custDataLst>
          </p:nvPr>
        </p:nvSpPr>
        <p:spPr bwMode="auto">
          <a:xfrm>
            <a:off x="10729913" y="5753100"/>
            <a:ext cx="3619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A014B99F-8333-4068-96B3-740EAD58DFF1}" type="datetime'''''''''''''''''''''''''''-''7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-7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11" name="Textplatzhalter 2">
            <a:extLst>
              <a:ext uri="{FF2B5EF4-FFF2-40B4-BE49-F238E27FC236}">
                <a16:creationId xmlns:a16="http://schemas.microsoft.com/office/drawing/2014/main" id="{A2B20111-D298-B3B1-6BB4-C05718E0FD22}"/>
              </a:ext>
            </a:extLst>
          </p:cNvPr>
          <p:cNvSpPr>
            <a:spLocks noGrp="1"/>
          </p:cNvSpPr>
          <p:nvPr>
            <p:custDataLst>
              <p:tags r:id="rId58"/>
            </p:custDataLst>
          </p:nvPr>
        </p:nvSpPr>
        <p:spPr bwMode="auto">
          <a:xfrm>
            <a:off x="9472613" y="6013450"/>
            <a:ext cx="12573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927F53B8-6724-4213-B44E-38F331565D85}" type="datetime'''''''E''''''''''T'''' ''M''o''''''no'':'''''''''' ''''''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ET Mono: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12" name="Textplatzhalter 2">
            <a:extLst>
              <a:ext uri="{FF2B5EF4-FFF2-40B4-BE49-F238E27FC236}">
                <a16:creationId xmlns:a16="http://schemas.microsoft.com/office/drawing/2014/main" id="{9A6742D2-8840-CBF0-B562-BF4474176C4D}"/>
              </a:ext>
            </a:extLst>
          </p:cNvPr>
          <p:cNvSpPr>
            <a:spLocks noGrp="1"/>
          </p:cNvSpPr>
          <p:nvPr>
            <p:custDataLst>
              <p:tags r:id="rId59"/>
            </p:custDataLst>
          </p:nvPr>
        </p:nvSpPr>
        <p:spPr bwMode="auto">
          <a:xfrm>
            <a:off x="10729913" y="6013450"/>
            <a:ext cx="3619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77965E72-CC60-4578-A5E7-2BB1FB82E925}" type="datetime'''''''''''''''''''''''''''''''5''''''''''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5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13" name="Textplatzhalter 2">
            <a:extLst>
              <a:ext uri="{FF2B5EF4-FFF2-40B4-BE49-F238E27FC236}">
                <a16:creationId xmlns:a16="http://schemas.microsoft.com/office/drawing/2014/main" id="{B37AE721-407D-DF96-CEBF-11CA3BEDD2C2}"/>
              </a:ext>
            </a:extLst>
          </p:cNvPr>
          <p:cNvSpPr>
            <a:spLocks noGrp="1"/>
          </p:cNvSpPr>
          <p:nvPr>
            <p:custDataLst>
              <p:tags r:id="rId60"/>
            </p:custDataLst>
          </p:nvPr>
        </p:nvSpPr>
        <p:spPr bwMode="auto">
          <a:xfrm>
            <a:off x="9472613" y="6273800"/>
            <a:ext cx="12573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006BE4FF-F91E-40D7-BCF4-79DEF04FCD66}" type="datetime'''''''T''''''''V ''H''''o''''''m''e'''''':'''''''' 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TV Home: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14" name="Textplatzhalter 2">
            <a:extLst>
              <a:ext uri="{FF2B5EF4-FFF2-40B4-BE49-F238E27FC236}">
                <a16:creationId xmlns:a16="http://schemas.microsoft.com/office/drawing/2014/main" id="{5ABFE4FB-22C7-6BD7-42A1-B0D2E8210DEA}"/>
              </a:ext>
            </a:extLst>
          </p:cNvPr>
          <p:cNvSpPr>
            <a:spLocks noGrp="1"/>
          </p:cNvSpPr>
          <p:nvPr>
            <p:custDataLst>
              <p:tags r:id="rId61"/>
            </p:custDataLst>
          </p:nvPr>
        </p:nvSpPr>
        <p:spPr bwMode="auto">
          <a:xfrm>
            <a:off x="10729913" y="6273800"/>
            <a:ext cx="3619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1F501436-D8B7-4F84-9F97-47AB53029B18}" type="datetime'''''''''''''''''''''1''2''''''''''''''''''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12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15" name="Textplatzhalter 2">
            <a:extLst>
              <a:ext uri="{FF2B5EF4-FFF2-40B4-BE49-F238E27FC236}">
                <a16:creationId xmlns:a16="http://schemas.microsoft.com/office/drawing/2014/main" id="{9EB6C78B-5607-6F37-8699-0A2F115F59BC}"/>
              </a:ext>
            </a:extLst>
          </p:cNvPr>
          <p:cNvSpPr>
            <a:spLocks noGrp="1"/>
          </p:cNvSpPr>
          <p:nvPr>
            <p:custDataLst>
              <p:tags r:id="rId62"/>
            </p:custDataLst>
          </p:nvPr>
        </p:nvSpPr>
        <p:spPr bwMode="auto">
          <a:xfrm>
            <a:off x="9472613" y="6534150"/>
            <a:ext cx="12573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4D140CB2-DA39-4E3A-98BE-D1D39431DB83}" type="datetime'''''''''TV'''''''' ''S''''''O'''''':'''' ''''''''''''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TV SO: </a:t>
            </a:fld>
            <a:endParaRPr kumimoji="0" lang="de-AT" sz="1600" b="1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16" name="Textplatzhalter 2">
            <a:extLst>
              <a:ext uri="{FF2B5EF4-FFF2-40B4-BE49-F238E27FC236}">
                <a16:creationId xmlns:a16="http://schemas.microsoft.com/office/drawing/2014/main" id="{2F7EAF86-AAA4-232A-0179-7035FAD923DF}"/>
              </a:ext>
            </a:extLst>
          </p:cNvPr>
          <p:cNvSpPr>
            <a:spLocks noGrp="1"/>
          </p:cNvSpPr>
          <p:nvPr>
            <p:custDataLst>
              <p:tags r:id="rId63"/>
            </p:custDataLst>
          </p:nvPr>
        </p:nvSpPr>
        <p:spPr bwMode="auto">
          <a:xfrm>
            <a:off x="10729913" y="6534150"/>
            <a:ext cx="3619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64EA0379-4DBF-4FC3-92A7-1DC9062F8F4E}" type="datetime'''''''''''''''''-''''''''''''1''''''''''''''''''5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r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-15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18" name="Textplatzhalter 2">
            <a:extLst>
              <a:ext uri="{FF2B5EF4-FFF2-40B4-BE49-F238E27FC236}">
                <a16:creationId xmlns:a16="http://schemas.microsoft.com/office/drawing/2014/main" id="{E9780FCC-A97F-0CEF-CB85-B89977BA1629}"/>
              </a:ext>
            </a:extLst>
          </p:cNvPr>
          <p:cNvSpPr>
            <a:spLocks noGrp="1"/>
          </p:cNvSpPr>
          <p:nvPr>
            <p:custDataLst>
              <p:tags r:id="rId64"/>
            </p:custDataLst>
          </p:nvPr>
        </p:nvSpPr>
        <p:spPr bwMode="auto">
          <a:xfrm>
            <a:off x="15594013" y="3965575"/>
            <a:ext cx="1268413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BCB3441B-7943-4C7C-851F-0EEF516F2883}" type="datetime'''r''''''''''N''''''P''''''S'''''''':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rNPS:</a:t>
            </a:fld>
            <a:endParaRPr kumimoji="0" lang="de-AT" sz="1600" b="1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19" name="Textplatzhalter 2">
            <a:extLst>
              <a:ext uri="{FF2B5EF4-FFF2-40B4-BE49-F238E27FC236}">
                <a16:creationId xmlns:a16="http://schemas.microsoft.com/office/drawing/2014/main" id="{32AA7A42-B022-DC70-FD17-D149660006B4}"/>
              </a:ext>
            </a:extLst>
          </p:cNvPr>
          <p:cNvSpPr>
            <a:spLocks noGrp="1"/>
          </p:cNvSpPr>
          <p:nvPr>
            <p:custDataLst>
              <p:tags r:id="rId65"/>
            </p:custDataLst>
          </p:nvPr>
        </p:nvSpPr>
        <p:spPr bwMode="auto">
          <a:xfrm>
            <a:off x="16862425" y="3965575"/>
            <a:ext cx="269875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B7B631BC-E9EB-451A-85BB-E9CDA6DD09F6}" type="datetime'''''''3''''''''''6''''''''''''''''''''''''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36</a:t>
            </a:fld>
            <a:endParaRPr kumimoji="0" lang="de-AT" sz="1600" b="0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0" name="Textplatzhalter 2">
            <a:extLst>
              <a:ext uri="{FF2B5EF4-FFF2-40B4-BE49-F238E27FC236}">
                <a16:creationId xmlns:a16="http://schemas.microsoft.com/office/drawing/2014/main" id="{1790607F-860F-421A-6DE1-C7C669A32030}"/>
              </a:ext>
            </a:extLst>
          </p:cNvPr>
          <p:cNvSpPr>
            <a:spLocks noGrp="1"/>
          </p:cNvSpPr>
          <p:nvPr>
            <p:custDataLst>
              <p:tags r:id="rId66"/>
            </p:custDataLst>
          </p:nvPr>
        </p:nvSpPr>
        <p:spPr bwMode="auto">
          <a:xfrm>
            <a:off x="15594013" y="4227513"/>
            <a:ext cx="1268413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3F1AF12F-ABCA-4229-8008-4BF9F5E0C5E1}" type="datetime'''p''''''''''''''''''''''''''''N''''''P''S''''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pNPS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1" name="Textplatzhalter 2">
            <a:extLst>
              <a:ext uri="{FF2B5EF4-FFF2-40B4-BE49-F238E27FC236}">
                <a16:creationId xmlns:a16="http://schemas.microsoft.com/office/drawing/2014/main" id="{68238791-C03E-E629-ABCC-5AB39735D698}"/>
              </a:ext>
            </a:extLst>
          </p:cNvPr>
          <p:cNvSpPr>
            <a:spLocks noGrp="1"/>
          </p:cNvSpPr>
          <p:nvPr>
            <p:custDataLst>
              <p:tags r:id="rId67"/>
            </p:custDataLst>
          </p:nvPr>
        </p:nvSpPr>
        <p:spPr bwMode="auto">
          <a:xfrm>
            <a:off x="15594013" y="4491038"/>
            <a:ext cx="1268413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22207343-9133-49E7-962C-D78A0E04CE59}" type="datetime'''''''''''I''''''''@''''''H'''''':'' ''''''''''''''''''''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I@H: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2" name="Textplatzhalter 2">
            <a:extLst>
              <a:ext uri="{FF2B5EF4-FFF2-40B4-BE49-F238E27FC236}">
                <a16:creationId xmlns:a16="http://schemas.microsoft.com/office/drawing/2014/main" id="{58FA1333-91D9-9263-9BB4-85ED0D45FE95}"/>
              </a:ext>
            </a:extLst>
          </p:cNvPr>
          <p:cNvSpPr>
            <a:spLocks noGrp="1"/>
          </p:cNvSpPr>
          <p:nvPr>
            <p:custDataLst>
              <p:tags r:id="rId68"/>
            </p:custDataLst>
          </p:nvPr>
        </p:nvSpPr>
        <p:spPr bwMode="auto">
          <a:xfrm>
            <a:off x="16862425" y="4491038"/>
            <a:ext cx="269875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7F448A8A-0248-4A6C-89DC-157596A3DD0F}" type="datetime'''''''''''''''''''''''''2''''''''''''''''9''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29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3" name="Textplatzhalter 2">
            <a:extLst>
              <a:ext uri="{FF2B5EF4-FFF2-40B4-BE49-F238E27FC236}">
                <a16:creationId xmlns:a16="http://schemas.microsoft.com/office/drawing/2014/main" id="{67A1A16D-84D9-8EE1-471C-5B465BA4330E}"/>
              </a:ext>
            </a:extLst>
          </p:cNvPr>
          <p:cNvSpPr>
            <a:spLocks noGrp="1"/>
          </p:cNvSpPr>
          <p:nvPr>
            <p:custDataLst>
              <p:tags r:id="rId69"/>
            </p:custDataLst>
          </p:nvPr>
        </p:nvSpPr>
        <p:spPr bwMode="auto">
          <a:xfrm>
            <a:off x="15594013" y="4752975"/>
            <a:ext cx="1268413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B111EFAF-9FDC-4F39-B2CE-9FE22F98623F}" type="datetime'C''''o''''''pp''''''''e''r'''''''''''''':'' 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Copper: </a:t>
            </a:fld>
            <a:endParaRPr kumimoji="0" lang="de-AT" sz="1600" b="1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4" name="Textplatzhalter 2">
            <a:extLst>
              <a:ext uri="{FF2B5EF4-FFF2-40B4-BE49-F238E27FC236}">
                <a16:creationId xmlns:a16="http://schemas.microsoft.com/office/drawing/2014/main" id="{C1A834AD-79AE-4D43-F460-8273844C5A3C}"/>
              </a:ext>
            </a:extLst>
          </p:cNvPr>
          <p:cNvSpPr>
            <a:spLocks noGrp="1"/>
          </p:cNvSpPr>
          <p:nvPr>
            <p:custDataLst>
              <p:tags r:id="rId70"/>
            </p:custDataLst>
          </p:nvPr>
        </p:nvSpPr>
        <p:spPr bwMode="auto">
          <a:xfrm>
            <a:off x="16862425" y="4752975"/>
            <a:ext cx="269875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BA139A30-9B84-4FC7-9073-15DFF9B509EB}" type="datetime'3''''''''''''''''''''''1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31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5" name="Textplatzhalter 2">
            <a:extLst>
              <a:ext uri="{FF2B5EF4-FFF2-40B4-BE49-F238E27FC236}">
                <a16:creationId xmlns:a16="http://schemas.microsoft.com/office/drawing/2014/main" id="{F52F4F0B-9596-D203-F9D8-1E852F6EFD6E}"/>
              </a:ext>
            </a:extLst>
          </p:cNvPr>
          <p:cNvSpPr>
            <a:spLocks noGrp="1"/>
          </p:cNvSpPr>
          <p:nvPr>
            <p:custDataLst>
              <p:tags r:id="rId71"/>
            </p:custDataLst>
          </p:nvPr>
        </p:nvSpPr>
        <p:spPr bwMode="auto">
          <a:xfrm>
            <a:off x="15594013" y="5014913"/>
            <a:ext cx="1268413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D0364AE8-BD25-400A-9D06-77E343DFC6FA}" type="datetime'''F''T''''''TH''/''''''''''B'''''''''''''''''''':'''' 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FTTH/B: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6" name="Textplatzhalter 2">
            <a:extLst>
              <a:ext uri="{FF2B5EF4-FFF2-40B4-BE49-F238E27FC236}">
                <a16:creationId xmlns:a16="http://schemas.microsoft.com/office/drawing/2014/main" id="{D4808319-9D00-7D2C-5605-6CE474DC12DF}"/>
              </a:ext>
            </a:extLst>
          </p:cNvPr>
          <p:cNvSpPr>
            <a:spLocks noGrp="1"/>
          </p:cNvSpPr>
          <p:nvPr>
            <p:custDataLst>
              <p:tags r:id="rId72"/>
            </p:custDataLst>
          </p:nvPr>
        </p:nvSpPr>
        <p:spPr bwMode="auto">
          <a:xfrm>
            <a:off x="16862425" y="5014913"/>
            <a:ext cx="269875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89F0A948-4137-4CB8-AA35-159052A9C025}" type="datetime'''''''''''''''''''3''6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36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7" name="Textplatzhalter 2">
            <a:extLst>
              <a:ext uri="{FF2B5EF4-FFF2-40B4-BE49-F238E27FC236}">
                <a16:creationId xmlns:a16="http://schemas.microsoft.com/office/drawing/2014/main" id="{04EEE47E-01E4-4C35-2114-731D31725384}"/>
              </a:ext>
            </a:extLst>
          </p:cNvPr>
          <p:cNvSpPr>
            <a:spLocks noGrp="1"/>
          </p:cNvSpPr>
          <p:nvPr>
            <p:custDataLst>
              <p:tags r:id="rId73"/>
            </p:custDataLst>
          </p:nvPr>
        </p:nvSpPr>
        <p:spPr bwMode="auto">
          <a:xfrm>
            <a:off x="15594013" y="5276850"/>
            <a:ext cx="1268413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32409772-0E48-46B3-B564-96E98AEA59B1}" type="datetime'''''''''''''''F''W''''''''A'':'''''''' ''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FWA: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8" name="Textplatzhalter 2">
            <a:extLst>
              <a:ext uri="{FF2B5EF4-FFF2-40B4-BE49-F238E27FC236}">
                <a16:creationId xmlns:a16="http://schemas.microsoft.com/office/drawing/2014/main" id="{B82AA59B-9AA5-8868-BB1B-4D6AD34B18B5}"/>
              </a:ext>
            </a:extLst>
          </p:cNvPr>
          <p:cNvSpPr>
            <a:spLocks noGrp="1"/>
          </p:cNvSpPr>
          <p:nvPr>
            <p:custDataLst>
              <p:tags r:id="rId74"/>
            </p:custDataLst>
          </p:nvPr>
        </p:nvSpPr>
        <p:spPr bwMode="auto">
          <a:xfrm>
            <a:off x="16862425" y="5276850"/>
            <a:ext cx="269875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DB965D0B-79C4-41B7-AE95-CE26B23474EE}" type="datetime'''''2''''''''2''''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22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9" name="Textplatzhalter 2">
            <a:extLst>
              <a:ext uri="{FF2B5EF4-FFF2-40B4-BE49-F238E27FC236}">
                <a16:creationId xmlns:a16="http://schemas.microsoft.com/office/drawing/2014/main" id="{0DF4ACB0-5456-473C-BA9F-D95D3D77CE55}"/>
              </a:ext>
            </a:extLst>
          </p:cNvPr>
          <p:cNvSpPr>
            <a:spLocks noGrp="1"/>
          </p:cNvSpPr>
          <p:nvPr>
            <p:custDataLst>
              <p:tags r:id="rId75"/>
            </p:custDataLst>
          </p:nvPr>
        </p:nvSpPr>
        <p:spPr bwMode="auto">
          <a:xfrm>
            <a:off x="15594013" y="5540375"/>
            <a:ext cx="1268413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66EF7373-7E21-4248-9151-C21E20C1F08C}" type="datetime'''''''''''''H''''''y''''b''''''''''r''''i''''''''d'''': 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Hybrid: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30" name="Textplatzhalter 2">
            <a:extLst>
              <a:ext uri="{FF2B5EF4-FFF2-40B4-BE49-F238E27FC236}">
                <a16:creationId xmlns:a16="http://schemas.microsoft.com/office/drawing/2014/main" id="{B9D0AEAF-B04D-82C9-88DE-E43DCD1C927E}"/>
              </a:ext>
            </a:extLst>
          </p:cNvPr>
          <p:cNvSpPr>
            <a:spLocks noGrp="1"/>
          </p:cNvSpPr>
          <p:nvPr>
            <p:custDataLst>
              <p:tags r:id="rId76"/>
            </p:custDataLst>
          </p:nvPr>
        </p:nvSpPr>
        <p:spPr bwMode="auto">
          <a:xfrm>
            <a:off x="16862425" y="5540375"/>
            <a:ext cx="269875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887091D2-8B08-4C11-B264-C6CADA29E636}" type="datetime'''''''''1''''''''''7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17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31" name="Textplatzhalter 2">
            <a:extLst>
              <a:ext uri="{FF2B5EF4-FFF2-40B4-BE49-F238E27FC236}">
                <a16:creationId xmlns:a16="http://schemas.microsoft.com/office/drawing/2014/main" id="{1937856F-F4EC-C82B-4B36-4F84BE475848}"/>
              </a:ext>
            </a:extLst>
          </p:cNvPr>
          <p:cNvSpPr>
            <a:spLocks noGrp="1"/>
          </p:cNvSpPr>
          <p:nvPr>
            <p:custDataLst>
              <p:tags r:id="rId77"/>
            </p:custDataLst>
          </p:nvPr>
        </p:nvSpPr>
        <p:spPr bwMode="auto">
          <a:xfrm>
            <a:off x="15594013" y="5802313"/>
            <a:ext cx="1268413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8D618600-2B4D-4F7F-855A-C0B773D5DFE4}" type="datetime'''''''''''C''''''''u''''''be'''''''''''''':'' ''''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Cube: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32" name="Textplatzhalter 2">
            <a:extLst>
              <a:ext uri="{FF2B5EF4-FFF2-40B4-BE49-F238E27FC236}">
                <a16:creationId xmlns:a16="http://schemas.microsoft.com/office/drawing/2014/main" id="{CCA05D09-AFFB-F1F2-5925-766233FF53A7}"/>
              </a:ext>
            </a:extLst>
          </p:cNvPr>
          <p:cNvSpPr>
            <a:spLocks noGrp="1"/>
          </p:cNvSpPr>
          <p:nvPr>
            <p:custDataLst>
              <p:tags r:id="rId78"/>
            </p:custDataLst>
          </p:nvPr>
        </p:nvSpPr>
        <p:spPr bwMode="auto">
          <a:xfrm>
            <a:off x="16862425" y="5802313"/>
            <a:ext cx="269875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C0E80189-5FEB-42AA-981B-8900EBDE324C}" type="datetime'''''''''''''''''38''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38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33" name="Textplatzhalter 2">
            <a:extLst>
              <a:ext uri="{FF2B5EF4-FFF2-40B4-BE49-F238E27FC236}">
                <a16:creationId xmlns:a16="http://schemas.microsoft.com/office/drawing/2014/main" id="{E64B2B53-2122-FDC7-6E02-78F753972C7E}"/>
              </a:ext>
            </a:extLst>
          </p:cNvPr>
          <p:cNvSpPr>
            <a:spLocks noGrp="1"/>
          </p:cNvSpPr>
          <p:nvPr>
            <p:custDataLst>
              <p:tags r:id="rId79"/>
            </p:custDataLst>
          </p:nvPr>
        </p:nvSpPr>
        <p:spPr bwMode="auto">
          <a:xfrm>
            <a:off x="15594013" y="6064250"/>
            <a:ext cx="1268413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0DF5A26D-4166-4025-8697-81BA266E9165}" type="datetime'E''''''''''''''''''T M''''''''''ono'':'''''' ''''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ET Mono: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34" name="Textplatzhalter 2">
            <a:extLst>
              <a:ext uri="{FF2B5EF4-FFF2-40B4-BE49-F238E27FC236}">
                <a16:creationId xmlns:a16="http://schemas.microsoft.com/office/drawing/2014/main" id="{8192EEA5-F6B6-1D88-C2FB-AD06D507B89D}"/>
              </a:ext>
            </a:extLst>
          </p:cNvPr>
          <p:cNvSpPr>
            <a:spLocks noGrp="1"/>
          </p:cNvSpPr>
          <p:nvPr>
            <p:custDataLst>
              <p:tags r:id="rId80"/>
            </p:custDataLst>
          </p:nvPr>
        </p:nvSpPr>
        <p:spPr bwMode="auto">
          <a:xfrm>
            <a:off x="16862425" y="6064250"/>
            <a:ext cx="269875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EBCC8BE2-F5CE-4A6E-B5B1-D9D00F8261E3}" type="datetime'''''''''''''''''''''''''''''''''3''''''''''''''''''''8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38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35" name="Textplatzhalter 2">
            <a:extLst>
              <a:ext uri="{FF2B5EF4-FFF2-40B4-BE49-F238E27FC236}">
                <a16:creationId xmlns:a16="http://schemas.microsoft.com/office/drawing/2014/main" id="{4154661C-2F3D-3B18-5E0A-BA9E2FAD6534}"/>
              </a:ext>
            </a:extLst>
          </p:cNvPr>
          <p:cNvSpPr>
            <a:spLocks noGrp="1"/>
          </p:cNvSpPr>
          <p:nvPr>
            <p:custDataLst>
              <p:tags r:id="rId81"/>
            </p:custDataLst>
          </p:nvPr>
        </p:nvSpPr>
        <p:spPr bwMode="auto">
          <a:xfrm>
            <a:off x="15594013" y="6326188"/>
            <a:ext cx="1268413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9A218322-C240-44FA-AE40-0087E09A3B8E}" type="datetime'''''T''''''''''''V'''''''''' H''''''om''e:'''''' 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TV Home: </a:t>
            </a:fld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36" name="Textplatzhalter 2">
            <a:extLst>
              <a:ext uri="{FF2B5EF4-FFF2-40B4-BE49-F238E27FC236}">
                <a16:creationId xmlns:a16="http://schemas.microsoft.com/office/drawing/2014/main" id="{F3B5555F-CD51-8A3A-372E-F4731F044E24}"/>
              </a:ext>
            </a:extLst>
          </p:cNvPr>
          <p:cNvSpPr>
            <a:spLocks noGrp="1"/>
          </p:cNvSpPr>
          <p:nvPr>
            <p:custDataLst>
              <p:tags r:id="rId82"/>
            </p:custDataLst>
          </p:nvPr>
        </p:nvSpPr>
        <p:spPr bwMode="auto">
          <a:xfrm>
            <a:off x="16862425" y="6326188"/>
            <a:ext cx="269875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CA8071EB-CA0A-4D56-85A2-1C2265399C2B}" type="datetime'''''''''''''''''''''''''''''''''''2''''''''''8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28</a:t>
            </a:fld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37" name="Textplatzhalter 2">
            <a:extLst>
              <a:ext uri="{FF2B5EF4-FFF2-40B4-BE49-F238E27FC236}">
                <a16:creationId xmlns:a16="http://schemas.microsoft.com/office/drawing/2014/main" id="{9BE67EF4-588A-6BC3-5D2F-FB926454FCB3}"/>
              </a:ext>
            </a:extLst>
          </p:cNvPr>
          <p:cNvSpPr>
            <a:spLocks noGrp="1"/>
          </p:cNvSpPr>
          <p:nvPr>
            <p:custDataLst>
              <p:tags r:id="rId83"/>
            </p:custDataLst>
          </p:nvPr>
        </p:nvSpPr>
        <p:spPr bwMode="auto">
          <a:xfrm>
            <a:off x="15594013" y="6589713"/>
            <a:ext cx="1268413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1F0EE5B1-3BB0-4847-8705-51F34EA11F01}" type="datetime'''''''''''''''''''''''T''''''''V'''''' S''''O:'' '''''">
              <a:rPr kumimoji="0" lang="de-AT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TV SO: </a:t>
            </a:fld>
            <a:endParaRPr kumimoji="0" lang="de-AT" sz="1600" b="1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38" name="Textplatzhalter 2">
            <a:extLst>
              <a:ext uri="{FF2B5EF4-FFF2-40B4-BE49-F238E27FC236}">
                <a16:creationId xmlns:a16="http://schemas.microsoft.com/office/drawing/2014/main" id="{76E1B447-30B3-BFF3-41B3-6222B9AA9589}"/>
              </a:ext>
            </a:extLst>
          </p:cNvPr>
          <p:cNvSpPr>
            <a:spLocks noGrp="1"/>
          </p:cNvSpPr>
          <p:nvPr>
            <p:custDataLst>
              <p:tags r:id="rId84"/>
            </p:custDataLst>
          </p:nvPr>
        </p:nvSpPr>
        <p:spPr bwMode="auto">
          <a:xfrm>
            <a:off x="16862425" y="6589713"/>
            <a:ext cx="269875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1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fld id="{77324122-2102-4427-A440-FF09B59E8EE7}" type="datetime'''''1''''''''''''3'''''''''''''''''''''''''''''''">
              <a:rPr kumimoji="0" lang="de-AT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B140A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pPr marL="0" marR="0" lvl="0" indent="0" algn="l" defTabSz="914218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B140A"/>
                </a:buClr>
                <a:buSzPct val="105000"/>
                <a:buFont typeface="Arial" panose="020B0604020202020204" pitchFamily="34" charset="0"/>
                <a:buNone/>
                <a:tabLst/>
                <a:defRPr/>
              </a:pPr>
              <a:t>13</a:t>
            </a:fld>
            <a:endParaRPr kumimoji="0" lang="de-AT" sz="1600" b="0" i="0" u="none" strike="noStrike" kern="1200" cap="none" spc="0" normalizeH="0" baseline="0" noProof="0" dirty="0">
              <a:ln>
                <a:noFill/>
              </a:ln>
              <a:solidFill>
                <a:srgbClr val="EB140A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47" name="Textplatzhalter 2">
            <a:extLst>
              <a:ext uri="{FF2B5EF4-FFF2-40B4-BE49-F238E27FC236}">
                <a16:creationId xmlns:a16="http://schemas.microsoft.com/office/drawing/2014/main" id="{C67858D3-8102-0863-378F-34CB0269C35A}"/>
              </a:ext>
            </a:extLst>
          </p:cNvPr>
          <p:cNvSpPr txBox="1">
            <a:spLocks/>
          </p:cNvSpPr>
          <p:nvPr/>
        </p:nvSpPr>
        <p:spPr>
          <a:xfrm>
            <a:off x="1415859" y="9588291"/>
            <a:ext cx="15127931" cy="590400"/>
          </a:xfrm>
          <a:prstGeom prst="rect">
            <a:avLst/>
          </a:prstGeom>
        </p:spPr>
        <p:txBody>
          <a:bodyPr>
            <a:normAutofit/>
          </a:bodyPr>
          <a:lstStyle>
            <a:lvl1pPr marL="355528" indent="-330134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17406" indent="-349180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079284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428464" indent="-365052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1799866" indent="-355528" algn="l" defTabSz="914218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5028194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2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8" algn="l" defTabSz="914218" rtl="0" eaLnBrk="1" latinLnBrk="0" hangingPunct="1">
              <a:spcBef>
                <a:spcPct val="20000"/>
              </a:spcBef>
              <a:buFont typeface="Arial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394" marR="0" lvl="0" indent="0" algn="l" defTabSz="91421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</a:rPr>
              <a:t>Transformation &amp; Customer Experience | P/RNPS Residential Survey 01/2026</a:t>
            </a:r>
          </a:p>
          <a:p>
            <a:pPr marL="25394" marR="0" lvl="0" indent="0" algn="l" defTabSz="91421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140A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</a:rPr>
              <a:t>*Base too small: n&lt;30; **small base: n=31&lt;100</a:t>
            </a:r>
          </a:p>
        </p:txBody>
      </p:sp>
      <p:sp>
        <p:nvSpPr>
          <p:cNvPr id="148" name="TextBox 13">
            <a:extLst>
              <a:ext uri="{FF2B5EF4-FFF2-40B4-BE49-F238E27FC236}">
                <a16:creationId xmlns:a16="http://schemas.microsoft.com/office/drawing/2014/main" id="{DC007BB4-2725-2E02-78E4-89E8FC9E0BD9}"/>
              </a:ext>
            </a:extLst>
          </p:cNvPr>
          <p:cNvSpPr txBox="1">
            <a:spLocks/>
          </p:cNvSpPr>
          <p:nvPr/>
        </p:nvSpPr>
        <p:spPr>
          <a:xfrm>
            <a:off x="3651581" y="6473162"/>
            <a:ext cx="295835" cy="1842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**</a:t>
            </a:r>
          </a:p>
        </p:txBody>
      </p:sp>
      <p:sp>
        <p:nvSpPr>
          <p:cNvPr id="149" name="TextBox 13">
            <a:extLst>
              <a:ext uri="{FF2B5EF4-FFF2-40B4-BE49-F238E27FC236}">
                <a16:creationId xmlns:a16="http://schemas.microsoft.com/office/drawing/2014/main" id="{570BF9A8-5F7E-A31F-63CA-6CBCF1EF486F}"/>
              </a:ext>
            </a:extLst>
          </p:cNvPr>
          <p:cNvSpPr txBox="1">
            <a:spLocks/>
          </p:cNvSpPr>
          <p:nvPr/>
        </p:nvSpPr>
        <p:spPr>
          <a:xfrm>
            <a:off x="3652860" y="6179043"/>
            <a:ext cx="295835" cy="1842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**</a:t>
            </a:r>
          </a:p>
        </p:txBody>
      </p:sp>
      <p:sp>
        <p:nvSpPr>
          <p:cNvPr id="150" name="TextBox 13">
            <a:extLst>
              <a:ext uri="{FF2B5EF4-FFF2-40B4-BE49-F238E27FC236}">
                <a16:creationId xmlns:a16="http://schemas.microsoft.com/office/drawing/2014/main" id="{86BB1918-BD1C-9E3A-7810-9312D558E6AE}"/>
              </a:ext>
            </a:extLst>
          </p:cNvPr>
          <p:cNvSpPr txBox="1">
            <a:spLocks/>
          </p:cNvSpPr>
          <p:nvPr/>
        </p:nvSpPr>
        <p:spPr>
          <a:xfrm>
            <a:off x="4710113" y="5322888"/>
            <a:ext cx="295275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*</a:t>
            </a:r>
          </a:p>
        </p:txBody>
      </p:sp>
      <p:sp>
        <p:nvSpPr>
          <p:cNvPr id="151" name="TextBox 13">
            <a:extLst>
              <a:ext uri="{FF2B5EF4-FFF2-40B4-BE49-F238E27FC236}">
                <a16:creationId xmlns:a16="http://schemas.microsoft.com/office/drawing/2014/main" id="{B6DFEB49-F8BD-525F-F0F2-BBB168173655}"/>
              </a:ext>
            </a:extLst>
          </p:cNvPr>
          <p:cNvSpPr txBox="1">
            <a:spLocks/>
          </p:cNvSpPr>
          <p:nvPr/>
        </p:nvSpPr>
        <p:spPr>
          <a:xfrm>
            <a:off x="8776494" y="6469056"/>
            <a:ext cx="295835" cy="1842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**</a:t>
            </a:r>
          </a:p>
        </p:txBody>
      </p:sp>
      <p:sp>
        <p:nvSpPr>
          <p:cNvPr id="152" name="TextBox 13">
            <a:extLst>
              <a:ext uri="{FF2B5EF4-FFF2-40B4-BE49-F238E27FC236}">
                <a16:creationId xmlns:a16="http://schemas.microsoft.com/office/drawing/2014/main" id="{A21FE6AA-FC02-695E-15A5-0FBAE83BEA06}"/>
              </a:ext>
            </a:extLst>
          </p:cNvPr>
          <p:cNvSpPr txBox="1">
            <a:spLocks/>
          </p:cNvSpPr>
          <p:nvPr/>
        </p:nvSpPr>
        <p:spPr>
          <a:xfrm>
            <a:off x="11043353" y="6469056"/>
            <a:ext cx="295835" cy="1842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**</a:t>
            </a:r>
          </a:p>
        </p:txBody>
      </p:sp>
      <p:sp>
        <p:nvSpPr>
          <p:cNvPr id="153" name="TextBox 13">
            <a:extLst>
              <a:ext uri="{FF2B5EF4-FFF2-40B4-BE49-F238E27FC236}">
                <a16:creationId xmlns:a16="http://schemas.microsoft.com/office/drawing/2014/main" id="{D6018332-B764-362A-88B4-A75C8E0599EB}"/>
              </a:ext>
            </a:extLst>
          </p:cNvPr>
          <p:cNvSpPr txBox="1">
            <a:spLocks/>
          </p:cNvSpPr>
          <p:nvPr/>
        </p:nvSpPr>
        <p:spPr>
          <a:xfrm>
            <a:off x="8773786" y="5164871"/>
            <a:ext cx="295835" cy="1842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**</a:t>
            </a:r>
          </a:p>
        </p:txBody>
      </p:sp>
      <p:sp>
        <p:nvSpPr>
          <p:cNvPr id="154" name="TextBox 13">
            <a:extLst>
              <a:ext uri="{FF2B5EF4-FFF2-40B4-BE49-F238E27FC236}">
                <a16:creationId xmlns:a16="http://schemas.microsoft.com/office/drawing/2014/main" id="{C0EB5188-AC3A-EDBF-B822-DC719CD7BBA4}"/>
              </a:ext>
            </a:extLst>
          </p:cNvPr>
          <p:cNvSpPr txBox="1">
            <a:spLocks/>
          </p:cNvSpPr>
          <p:nvPr/>
        </p:nvSpPr>
        <p:spPr>
          <a:xfrm>
            <a:off x="10943412" y="5148935"/>
            <a:ext cx="295835" cy="1842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**</a:t>
            </a:r>
          </a:p>
        </p:txBody>
      </p:sp>
    </p:spTree>
    <p:extLst>
      <p:ext uri="{BB962C8B-B14F-4D97-AF65-F5344CB8AC3E}">
        <p14:creationId xmlns:p14="http://schemas.microsoft.com/office/powerpoint/2010/main" val="25422230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844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1.00000000000000000000E+00&quot;&gt;&lt;m_msothmcolidx val=&quot;0&quot;/&gt;&lt;m_rgb r=&quot;FF&quot; g=&quot;C0&quot; b=&quot;00&quot;/&gt;&lt;/elem&gt;&lt;elem m_fUsage=&quot;9.08764110000000013834E-01&quot;&gt;&lt;m_msothmcolidx val=&quot;0&quot;/&gt;&lt;m_rgb r=&quot;DD&quot; g=&quot;D2&quot; b=&quot;F9&quot;/&gt;&lt;/elem&gt;&lt;elem m_fUsage=&quot;9.00000000000000022204E-01&quot;&gt;&lt;m_msothmcolidx val=&quot;0&quot;/&gt;&lt;m_rgb r=&quot;00&quot; g=&quot;B0&quot; b=&quot;50&quot;/&gt;&lt;/elem&gt;&lt;elem m_fUsage=&quot;8.10000000000000053291E-01&quot;&gt;&lt;m_msothmcolidx val=&quot;0&quot;/&gt;&lt;m_rgb r=&quot;BF&quot; g=&quot;BF&quot; b=&quot;BF&quot;/&gt;&lt;/elem&gt;&lt;elem m_fUsage=&quot;7.29000000000000092371E-01&quot;&gt;&lt;m_msothmcolidx val=&quot;0&quot;/&gt;&lt;m_rgb r=&quot;DA&quot; g=&quot;DA&quot; b=&quot;DA&quot;/&gt;&lt;/elem&gt;&lt;elem m_fUsage=&quot;6.62489036190000102344E-01&quot;&gt;&lt;m_msothmcolidx val=&quot;0&quot;/&gt;&lt;m_rgb r=&quot;CB&quot; g=&quot;BB&quot; b=&quot;F7&quot;/&gt;&lt;/elem&gt;&lt;elem m_fUsage=&quot;6.56100000000000127542E-01&quot;&gt;&lt;m_msothmcolidx val=&quot;0&quot;/&gt;&lt;m_rgb r=&quot;DB&quot; g=&quot;DB&quot; b=&quot;DB&quot;/&gt;&lt;/elem&gt;&lt;elem m_fUsage=&quot;6.41607071832900333064E-01&quot;&gt;&lt;m_msothmcolidx val=&quot;0&quot;/&gt;&lt;m_rgb r=&quot;D4&quot; g=&quot;C6&quot; b=&quot;F8&quot;/&gt;&lt;/elem&gt;&lt;elem m_fUsage=&quot;5.90490000000000181402E-01&quot;&gt;&lt;m_msothmcolidx val=&quot;0&quot;/&gt;&lt;m_rgb r=&quot;D5&quot; g=&quot;D5&quot; b=&quot;D5&quot;/&gt;&lt;/elem&gt;&lt;elem m_fUsage=&quot;5.31441000000000163261E-01&quot;&gt;&lt;m_msothmcolidx val=&quot;0&quot;/&gt;&lt;m_rgb r=&quot;EA&quot; g=&quot;E3&quot; b=&quot;FB&quot;/&gt;&lt;/elem&gt;&lt;elem m_fUsage=&quot;4.34659056644259078617E-01&quot;&gt;&lt;m_msothmcolidx val=&quot;0&quot;/&gt;&lt;m_rgb r=&quot;BB&quot; g=&quot;A5&quot; b=&quot;F5&quot;/&gt;&lt;/elem&gt;&lt;elem m_fUsage=&quot;2.82429536481000165171E-01&quot;&gt;&lt;m_msothmcolidx val=&quot;0&quot;/&gt;&lt;m_rgb r=&quot;C6&quot; g=&quot;B4&quot; b=&quot;F6&quot;/&gt;&lt;/elem&gt;&lt;elem m_fUsage=&quot;2.66872914491758816968E-01&quot;&gt;&lt;m_msothmcolidx val=&quot;0&quot;/&gt;&lt;m_rgb r=&quot;44&quot; g=&quot;6F&quot; b=&quot;CB&quot;/&gt;&lt;/elem&gt;&lt;elem m_fUsage=&quot;1.85302018885184188735E-01&quot;&gt;&lt;m_msothmcolidx val=&quot;0&quot;/&gt;&lt;m_rgb r=&quot;1D&quot; g=&quot;39&quot; b=&quot;E1&quot;/&gt;&lt;/elem&gt;&lt;elem m_fUsage=&quot;1.75551888908858672034E-01&quot;&gt;&lt;m_msothmcolidx val=&quot;0&quot;/&gt;&lt;m_rgb r=&quot;4C&quot; g=&quot;7C&quot; b=&quot;E2&quot;/&gt;&lt;/elem&gt;&lt;elem m_fUsage=&quot;1.66771816996665767086E-01&quot;&gt;&lt;m_msothmcolidx val=&quot;0&quot;/&gt;&lt;m_rgb r=&quot;3B&quot; g=&quot;9C&quot; b=&quot;AE&quot;/&gt;&lt;/elem&gt;&lt;elem m_fUsage=&quot;1.50094635296999207030E-01&quot;&gt;&lt;m_msothmcolidx val=&quot;0&quot;/&gt;&lt;m_rgb r=&quot;3F&quot; g=&quot;AC&quot; b=&quot;BB&quot;/&gt;&lt;/elem&gt;&lt;elem m_fUsage=&quot;1.43755827334437563669E-01&quot;&gt;&lt;m_msothmcolidx val=&quot;0&quot;/&gt;&lt;m_rgb r=&quot;69&quot; g=&quot;39&quot; b=&quot;E9&quot;/&gt;&lt;/elem&gt;&lt;elem m_fUsage=&quot;1.35085171767299283552E-01&quot;&gt;&lt;m_msothmcolidx val=&quot;0&quot;/&gt;&lt;m_rgb r=&quot;65&quot; g=&quot;30&quot; b=&quot;C2&quot;/&gt;&lt;/elem&gt;&lt;elem m_fUsage=&quot;1.21576654590569363523E-01&quot;&gt;&lt;m_msothmcolidx val=&quot;0&quot;/&gt;&lt;m_rgb r=&quot;69&quot; g=&quot;36&quot; b=&quot;DB&quot;/&gt;&lt;/elem&gt;&lt;elem m_fUsage=&quot;7.17897987691853145531E-02&quot;&gt;&lt;m_msothmcolidx val=&quot;0&quot;/&gt;&lt;m_rgb r=&quot;48&quot; g=&quot;73&quot; b=&quot;D6&quot;/&gt;&lt;/elem&gt;&lt;elem m_fUsage=&quot;6.46108188922667886489E-02&quot;&gt;&lt;m_msothmcolidx val=&quot;0&quot;/&gt;&lt;m_rgb r=&quot;5D&quot; g=&quot;88&quot; b=&quot;E8&quot;/&gt;&lt;/elem&gt;&lt;elem m_fUsage=&quot;4.23911582752162438559E-02&quot;&gt;&lt;m_msothmcolidx val=&quot;0&quot;/&gt;&lt;m_rgb r=&quot;BB&quot; g=&quot;A8&quot; b=&quot;F7&quot;/&gt;&lt;/elem&gt;&lt;elem m_fUsage=&quot;3.81520424476946215520E-02&quot;&gt;&lt;m_msothmcolidx val=&quot;0&quot;/&gt;&lt;m_rgb r=&quot;89&quot; g=&quot;6C&quot; b=&quot;F2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Wc7K7zpyo.6ir_mn_CO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DT9YtJFPuUEbxeXKltUl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jlZSLM9W1vukh2wN8oCG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FlEJ_.flNSUYTcn97HnA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NSUe2H7dUWHmm0iDJn8N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6bZ9tdrBwRhYlsAJWC3z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9FOavrCkt._Le_.bpXcF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W2fPINIUZzMWYYI9LN3J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D71dd8uU6UhvMQwTJ8Gp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tFizMbiueFNOeEDu2zr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808lQPNDA8WqXQwmF7t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.UgsMi5VcNZoVGl8i0Ts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tI5ndaq4.i2hY7uDqRg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l84G5NzqRN1UCKhMz_63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8hUtdPrL6YlzmWmyo7v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LbzGRb9zvh3PTE85aj3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dKxtdmCs2UcL1Jdaf3w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VDAhQ7oIT4kaEsyjCD9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pNZpidwiHk0Ce0RWnI5W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jG33A9_WtGdpjXKQm1Lg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zvTnrFkJNAvrFrEcWrs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_h0DetTX_fWaRYbNhL8B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qihlpuDOGo3RIq_xJqZ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WLxI4yPAZd6b8xnUmiFm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iP.ZC522jGFLNhsriQV0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DOcM9obAQcw67rDDuZw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kw9FRS4Dxf5yTYX85Mo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nTGd.Ib4XEDt6f1WsuY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pK69zf7CMKvnxRW6Ylom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_5muk_5tqcyimwUoXJAM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gfTwE3a8BsjEqe9j1y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fehyFYTg_Vxb0QqidYi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MXrZLdbxSxP3xTkDIki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gLUDbf6M5hnlijGK4Gna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qWlYezS34iiw4q4ECK7i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P7Z2tcAXIHe3Budb7NJw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zDo4_Q9W5tkNXffqDpAl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kMoeCCkoRecAvNFn.bCF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AoAYebmh9.FoZG5G6vse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A_ufMxgwVUBhgquo0n4A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cpyFI_gbhCVCxwZWbOM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zTx56LiHCWfrk9QQzvE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5LL7Rz1iYFw8RqIE9eUm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.ww47VuNMYF6tNi.k8f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D4ZgqUmj_582I1hpRQen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kDvrUXQmjkPTmkK66i5q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3gNqK_0rDYS9_SEB_9wy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9j4tLND1eVgTDJpjHrwU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OOPPvX.qNj67pwYBSjfz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3slLjKSQUPULKy.WkhA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sFtlhGYlICUYO1buHvDl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eSx73x1W1YZCLb2kXkbF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igEG7EgK2j.pepIOLWVp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WcItCQ1rYg_ck4jJEEa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.3EidT8ee_UR4.JMZmDN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UoKMNwbq_s8GAwf.RJx.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hWraDo9xxXW4va2DDZJ1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FbjS7wb6V2PXYzvHbyWO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0KIFudmmzfzq8AV6WiMg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QIfEjQXFTWoWU9y5Io9K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uNSQg72UuuJVT1jRVBMU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WibB.v._AHn5oxNTfVe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HszliFJvN2NOGXWcKzr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EKXaENsYlM4K4_0yAij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OK9N6tkjbEkDPbTNaLZe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ysP5Y57vdlkIiFUDvuo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4ClU_qIU281axdEybtAV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L.F96n55Z0.YzayqFLs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4EHtl_SLp5mmEWLt0rLM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preyp1NpX_NK38e0mcwA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bIbrNGzoC5UW.mRLnqv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4frKLEYXl5DRf3y2q4p4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pPm0Q7GaQeeeskL5WA3u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kQQubmhcwC1ScujP2JOF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3x8OdCRSGrgypPTirR0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YVfcbYPZz7U_.4WpQVt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ruxLuJdNi7Yv92xEmM.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nPbCoS7MdpWregxBn6K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z1KAhzsXfM572.dw0db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WKGxHPtlbqfgdJ1mnoPC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QKDbbOHqyWvHd3UI2d0g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7JXCZho2UoQHXv_smCYr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6_7BGve5Z1jmjrci16ww"/>
</p:tagLst>
</file>

<file path=ppt/theme/theme1.xml><?xml version="1.0" encoding="utf-8"?>
<a:theme xmlns:a="http://schemas.openxmlformats.org/drawingml/2006/main" name="7_Telekom Austria Master">
  <a:themeElements>
    <a:clrScheme name="A1 Colour Palette 202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B140A"/>
      </a:accent1>
      <a:accent2>
        <a:srgbClr val="FA8A80"/>
      </a:accent2>
      <a:accent3>
        <a:srgbClr val="820000"/>
      </a:accent3>
      <a:accent4>
        <a:srgbClr val="FF372D"/>
      </a:accent4>
      <a:accent5>
        <a:srgbClr val="A8C6FF"/>
      </a:accent5>
      <a:accent6>
        <a:srgbClr val="3F1EE2"/>
      </a:accent6>
      <a:hlink>
        <a:srgbClr val="EB140A"/>
      </a:hlink>
      <a:folHlink>
        <a:srgbClr val="820000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lin ang="2700000" scaled="0"/>
        </a:gradFill>
        <a:ln>
          <a:noFill/>
        </a:ln>
        <a:effectLst/>
      </a:spPr>
      <a:bodyPr lIns="36000" tIns="36000" rIns="36000" bIns="36000" rtlCol="0" anchor="ctr"/>
      <a:lstStyle>
        <a:defPPr algn="ctr">
          <a:defRPr sz="2400" dirty="0" err="1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75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10000"/>
          </a:lnSpc>
          <a:defRPr sz="1200" b="1" dirty="0" smtClean="0">
            <a:latin typeface="Verdana"/>
            <a:cs typeface="Verdan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1-PPT-Master-Template_EN_All-Countries-and-Departments.pptx" id="{CC412A1F-E6A9-486F-AB20-DCD5ED573749}" vid="{42286126-5D99-416D-94E0-C9D35BF0B2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0C4988D5AE5774EAA18D1F5A45FF226" ma:contentTypeVersion="3" ma:contentTypeDescription="Ein neues Dokument erstellen." ma:contentTypeScope="" ma:versionID="33e7d43a6ba960c40f42af1f4c8d5359">
  <xsd:schema xmlns:xsd="http://www.w3.org/2001/XMLSchema" xmlns:xs="http://www.w3.org/2001/XMLSchema" xmlns:p="http://schemas.microsoft.com/office/2006/metadata/properties" xmlns:ns2="ab2e7b65-6a07-47bc-a98a-1cc06fd41ee1" targetNamespace="http://schemas.microsoft.com/office/2006/metadata/properties" ma:root="true" ma:fieldsID="2f2c78963a5dbe553665683f20b2b47a" ns2:_="">
    <xsd:import namespace="ab2e7b65-6a07-47bc-a98a-1cc06fd41e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2e7b65-6a07-47bc-a98a-1cc06fd41e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5DDFD5-0E4F-4662-99E3-A72AEC9A2CA0}">
  <ds:schemaRefs>
    <ds:schemaRef ds:uri="f89cab91-708e-4ab7-bd2e-442493dc225d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6886921b-08eb-4ce4-ab06-f5f7fb60b530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D10AEAF-AB7C-4C55-98A9-06AA45FBDA39}"/>
</file>

<file path=customXml/itemProps3.xml><?xml version="1.0" encoding="utf-8"?>
<ds:datastoreItem xmlns:ds="http://schemas.openxmlformats.org/officeDocument/2006/customXml" ds:itemID="{BF055A30-70FE-40D8-9FE4-E93DADF7E1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552</Words>
  <Application>Microsoft Office PowerPoint</Application>
  <PresentationFormat>Benutzerdefiniert</PresentationFormat>
  <Paragraphs>146</Paragraphs>
  <Slides>1</Slides>
  <Notes>1</Notes>
  <HiddenSlides>0</HiddenSlides>
  <MMClips>0</MMClips>
  <ScaleCrop>false</ScaleCrop>
  <HeadingPairs>
    <vt:vector size="10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  <vt:variant>
        <vt:lpstr>Zielgruppenorientierte Präsentationen</vt:lpstr>
      </vt:variant>
      <vt:variant>
        <vt:i4>1</vt:i4>
      </vt:variant>
    </vt:vector>
  </HeadingPairs>
  <TitlesOfParts>
    <vt:vector size="10" baseType="lpstr">
      <vt:lpstr>A1 Sans</vt:lpstr>
      <vt:lpstr>A1 Serif</vt:lpstr>
      <vt:lpstr>Arial</vt:lpstr>
      <vt:lpstr>Calibri</vt:lpstr>
      <vt:lpstr>Verdana</vt:lpstr>
      <vt:lpstr>Wingdings</vt:lpstr>
      <vt:lpstr>7_Telekom Austria Master</vt:lpstr>
      <vt:lpstr>think-cell Folie</vt:lpstr>
      <vt:lpstr>PowerPoint-Präsentation</vt:lpstr>
      <vt:lpstr>Management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2025-03-20T12:16:39Z</dcterms:created>
  <dcterms:modified xsi:type="dcterms:W3CDTF">2026-02-19T10:01:54Z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0x01010010C4988D5AE5774EAA18D1F5A45FF226</vt:lpwstr>
  </property>
</Properties>
</file>