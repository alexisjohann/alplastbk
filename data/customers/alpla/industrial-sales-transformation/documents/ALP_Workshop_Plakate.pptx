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4"/>
  </p:sldMasterIdLst>
  <p:notesMasterIdLst>
    <p:notesMasterId r:id="rId8"/>
  </p:notesMasterIdLst>
  <p:handoutMasterIdLst>
    <p:handoutMasterId r:id="rId9"/>
  </p:handoutMasterIdLst>
  <p:sldIdLst>
    <p:sldId id="3995" r:id="rId5"/>
    <p:sldId id="4006" r:id="rId6"/>
    <p:sldId id="4007" r:id="rId7"/>
  </p:sldIdLst>
  <p:sldSz cx="30276800" cy="42802175"/>
  <p:notesSz cx="42132250" cy="2960528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208728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417457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62618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834915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10436444" algn="l" defTabSz="4174578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12523735" algn="l" defTabSz="4174578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14611022" algn="l" defTabSz="4174578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16698309" algn="l" defTabSz="4174578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F040A7F-9045-1141-8145-5E31712C1629}">
          <p14:sldIdLst>
            <p14:sldId id="3995"/>
            <p14:sldId id="4006"/>
            <p14:sldId id="4007"/>
          </p14:sldIdLst>
        </p14:section>
        <p14:section name="Abschnitt ohne Titel" id="{7B48F3A1-3FEE-CF49-B8B6-6BAB6FFB7222}">
          <p14:sldIdLst/>
        </p14:section>
        <p14:section name="Abschnitt ohne Titel" id="{D93A14A2-0386-C040-8C10-9E40AE03792D}">
          <p14:sldIdLst/>
        </p14:section>
      </p14:sectionLst>
    </p:ext>
    <p:ext uri="{EFAFB233-063F-42B5-8137-9DF3F51BA10A}">
      <p15:sldGuideLst xmlns:p15="http://schemas.microsoft.com/office/powerpoint/2012/main">
        <p15:guide id="19" orient="horz" pos="3047" userDrawn="1">
          <p15:clr>
            <a:srgbClr val="A4A3A4"/>
          </p15:clr>
        </p15:guide>
        <p15:guide id="23" pos="182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9326" userDrawn="1">
          <p15:clr>
            <a:srgbClr val="A4A3A4"/>
          </p15:clr>
        </p15:guide>
        <p15:guide id="2" pos="13279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885137-6297-4DED-6E93-38AB3CA01500}" name="Luisa Kunigham" initials="LK" userId="S::luisa.kunigham@fehradvice.com::c5b9a7b7-fba9-47fc-9f66-52051f98a1f9" providerId="AD"/>
  <p188:author id="{AADF736D-5F6C-C04F-C976-9439C2D1C90C}" name="Mia Drazilova" initials="MD" userId="S::mia.drazilova@fehradvice.com::ad6bf458-6645-4919-bd69-be0e8af566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00000"/>
    <a:srgbClr val="92D050"/>
    <a:srgbClr val="FECA96"/>
    <a:srgbClr val="000000"/>
    <a:srgbClr val="CFDEEA"/>
    <a:srgbClr val="EEF3F8"/>
    <a:srgbClr val="DEE8F2"/>
    <a:srgbClr val="D8E4F0"/>
    <a:srgbClr val="FFFFFF"/>
    <a:srgbClr val="D0E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E4AEAE-B777-954D-8A1E-187062636CEB}" v="163" dt="2026-01-23T09:50:55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8"/>
    <p:restoredTop sz="94620"/>
  </p:normalViewPr>
  <p:slideViewPr>
    <p:cSldViewPr snapToGrid="0">
      <p:cViewPr>
        <p:scale>
          <a:sx n="24" d="100"/>
          <a:sy n="24" d="100"/>
        </p:scale>
        <p:origin x="1288" y="160"/>
      </p:cViewPr>
      <p:guideLst>
        <p:guide orient="horz" pos="3047"/>
        <p:guide pos="182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9326"/>
        <p:guide pos="132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Amherd" userId="cef8db93-eb90-40e0-b058-faa725b9d53f" providerId="ADAL" clId="{DC452CD9-5F2A-4470-A084-7C9C0AC843A3}"/>
    <pc:docChg chg="undo custSel addSld delSld modSld sldOrd modMainMaster modSection">
      <pc:chgData name="Lucas Amherd" userId="cef8db93-eb90-40e0-b058-faa725b9d53f" providerId="ADAL" clId="{DC452CD9-5F2A-4470-A084-7C9C0AC843A3}" dt="2026-01-21T17:46:30.734" v="1177" actId="465"/>
      <pc:docMkLst>
        <pc:docMk/>
      </pc:docMkLst>
      <pc:sldChg chg="addSp delSp modSp mod ord">
        <pc:chgData name="Lucas Amherd" userId="cef8db93-eb90-40e0-b058-faa725b9d53f" providerId="ADAL" clId="{DC452CD9-5F2A-4470-A084-7C9C0AC843A3}" dt="2026-01-21T15:33:19.513" v="392" actId="20577"/>
        <pc:sldMkLst>
          <pc:docMk/>
          <pc:sldMk cId="1162906671" sldId="3995"/>
        </pc:sldMkLst>
        <pc:spChg chg="add mod">
          <ac:chgData name="Lucas Amherd" userId="cef8db93-eb90-40e0-b058-faa725b9d53f" providerId="ADAL" clId="{DC452CD9-5F2A-4470-A084-7C9C0AC843A3}" dt="2026-01-21T15:22:48.657" v="101" actId="1076"/>
          <ac:spMkLst>
            <pc:docMk/>
            <pc:sldMk cId="1162906671" sldId="3995"/>
            <ac:spMk id="9" creationId="{91F8417E-D249-9F95-D285-8C2A1B8BBAB4}"/>
          </ac:spMkLst>
        </pc:spChg>
        <pc:spChg chg="add mod">
          <ac:chgData name="Lucas Amherd" userId="cef8db93-eb90-40e0-b058-faa725b9d53f" providerId="ADAL" clId="{DC452CD9-5F2A-4470-A084-7C9C0AC843A3}" dt="2026-01-21T15:30:32.181" v="270" actId="1035"/>
          <ac:spMkLst>
            <pc:docMk/>
            <pc:sldMk cId="1162906671" sldId="3995"/>
            <ac:spMk id="15" creationId="{3527361D-956C-14CB-C9ED-5946197CF97F}"/>
          </ac:spMkLst>
        </pc:spChg>
        <pc:spChg chg="add mod">
          <ac:chgData name="Lucas Amherd" userId="cef8db93-eb90-40e0-b058-faa725b9d53f" providerId="ADAL" clId="{DC452CD9-5F2A-4470-A084-7C9C0AC843A3}" dt="2026-01-21T15:30:32.181" v="270" actId="1035"/>
          <ac:spMkLst>
            <pc:docMk/>
            <pc:sldMk cId="1162906671" sldId="3995"/>
            <ac:spMk id="19" creationId="{74C4DFB3-E342-E5CC-7058-EB08A470BAD0}"/>
          </ac:spMkLst>
        </pc:spChg>
        <pc:spChg chg="mod">
          <ac:chgData name="Lucas Amherd" userId="cef8db93-eb90-40e0-b058-faa725b9d53f" providerId="ADAL" clId="{DC452CD9-5F2A-4470-A084-7C9C0AC843A3}" dt="2026-01-21T15:20:00.902" v="61" actId="20577"/>
          <ac:spMkLst>
            <pc:docMk/>
            <pc:sldMk cId="1162906671" sldId="3995"/>
            <ac:spMk id="92" creationId="{17F72319-FCC1-AE73-2D67-0B7A0DADACBE}"/>
          </ac:spMkLst>
        </pc:spChg>
        <pc:graphicFrameChg chg="add mod modGraphic">
          <ac:chgData name="Lucas Amherd" userId="cef8db93-eb90-40e0-b058-faa725b9d53f" providerId="ADAL" clId="{DC452CD9-5F2A-4470-A084-7C9C0AC843A3}" dt="2026-01-21T15:32:05.543" v="327" actId="20577"/>
          <ac:graphicFrameMkLst>
            <pc:docMk/>
            <pc:sldMk cId="1162906671" sldId="3995"/>
            <ac:graphicFrameMk id="8" creationId="{AC8F5B73-C0FF-9421-04EF-4D01E61F2363}"/>
          </ac:graphicFrameMkLst>
        </pc:graphicFrameChg>
        <pc:graphicFrameChg chg="add mod modGraphic">
          <ac:chgData name="Lucas Amherd" userId="cef8db93-eb90-40e0-b058-faa725b9d53f" providerId="ADAL" clId="{DC452CD9-5F2A-4470-A084-7C9C0AC843A3}" dt="2026-01-21T15:33:19.513" v="392" actId="20577"/>
          <ac:graphicFrameMkLst>
            <pc:docMk/>
            <pc:sldMk cId="1162906671" sldId="3995"/>
            <ac:graphicFrameMk id="18" creationId="{7ED0280B-ABC2-5442-0A38-5D8C1E664CF4}"/>
          </ac:graphicFrameMkLst>
        </pc:graphicFrameChg>
        <pc:picChg chg="add mod">
          <ac:chgData name="Lucas Amherd" userId="cef8db93-eb90-40e0-b058-faa725b9d53f" providerId="ADAL" clId="{DC452CD9-5F2A-4470-A084-7C9C0AC843A3}" dt="2026-01-21T15:30:32.181" v="270" actId="1035"/>
          <ac:picMkLst>
            <pc:docMk/>
            <pc:sldMk cId="1162906671" sldId="3995"/>
            <ac:picMk id="17" creationId="{02E28EFF-7234-B3DE-B25F-F79A754C11BE}"/>
          </ac:picMkLst>
        </pc:picChg>
      </pc:sldChg>
      <pc:sldChg chg="addSp delSp modSp add mod ord modShow">
        <pc:chgData name="Lucas Amherd" userId="cef8db93-eb90-40e0-b058-faa725b9d53f" providerId="ADAL" clId="{DC452CD9-5F2A-4470-A084-7C9C0AC843A3}" dt="2026-01-21T15:40:01.900" v="666" actId="20577"/>
        <pc:sldMkLst>
          <pc:docMk/>
          <pc:sldMk cId="1268923192" sldId="4006"/>
        </pc:sldMkLst>
        <pc:spChg chg="mod topLvl">
          <ac:chgData name="Lucas Amherd" userId="cef8db93-eb90-40e0-b058-faa725b9d53f" providerId="ADAL" clId="{DC452CD9-5F2A-4470-A084-7C9C0AC843A3}" dt="2026-01-21T15:36:40.049" v="506" actId="14100"/>
          <ac:spMkLst>
            <pc:docMk/>
            <pc:sldMk cId="1268923192" sldId="4006"/>
            <ac:spMk id="14" creationId="{AA1020EF-0479-8E9A-D678-369EC4DDE9C9}"/>
          </ac:spMkLst>
        </pc:spChg>
        <pc:spChg chg="add mod">
          <ac:chgData name="Lucas Amherd" userId="cef8db93-eb90-40e0-b058-faa725b9d53f" providerId="ADAL" clId="{DC452CD9-5F2A-4470-A084-7C9C0AC843A3}" dt="2026-01-21T15:38:06.513" v="562" actId="20577"/>
          <ac:spMkLst>
            <pc:docMk/>
            <pc:sldMk cId="1268923192" sldId="4006"/>
            <ac:spMk id="24" creationId="{5C562D8B-D5AA-1410-CE48-28783C7D23B5}"/>
          </ac:spMkLst>
        </pc:spChg>
        <pc:spChg chg="add mod">
          <ac:chgData name="Lucas Amherd" userId="cef8db93-eb90-40e0-b058-faa725b9d53f" providerId="ADAL" clId="{DC452CD9-5F2A-4470-A084-7C9C0AC843A3}" dt="2026-01-21T15:37:20.350" v="513" actId="1076"/>
          <ac:spMkLst>
            <pc:docMk/>
            <pc:sldMk cId="1268923192" sldId="4006"/>
            <ac:spMk id="25" creationId="{0817CDD4-0B86-A36E-771E-1520A16517CF}"/>
          </ac:spMkLst>
        </pc:spChg>
        <pc:spChg chg="add mod">
          <ac:chgData name="Lucas Amherd" userId="cef8db93-eb90-40e0-b058-faa725b9d53f" providerId="ADAL" clId="{DC452CD9-5F2A-4470-A084-7C9C0AC843A3}" dt="2026-01-21T15:40:01.900" v="666" actId="20577"/>
          <ac:spMkLst>
            <pc:docMk/>
            <pc:sldMk cId="1268923192" sldId="4006"/>
            <ac:spMk id="27" creationId="{215CAEAE-84DE-C29E-161F-E6670CF7FA7C}"/>
          </ac:spMkLst>
        </pc:spChg>
        <pc:spChg chg="add mod">
          <ac:chgData name="Lucas Amherd" userId="cef8db93-eb90-40e0-b058-faa725b9d53f" providerId="ADAL" clId="{DC452CD9-5F2A-4470-A084-7C9C0AC843A3}" dt="2026-01-21T15:38:16.013" v="565" actId="1076"/>
          <ac:spMkLst>
            <pc:docMk/>
            <pc:sldMk cId="1268923192" sldId="4006"/>
            <ac:spMk id="28" creationId="{AAB28E61-8144-63DF-A0AC-1444CF2FDF4E}"/>
          </ac:spMkLst>
        </pc:spChg>
        <pc:spChg chg="add mod">
          <ac:chgData name="Lucas Amherd" userId="cef8db93-eb90-40e0-b058-faa725b9d53f" providerId="ADAL" clId="{DC452CD9-5F2A-4470-A084-7C9C0AC843A3}" dt="2026-01-21T15:39:01.083" v="618" actId="20577"/>
          <ac:spMkLst>
            <pc:docMk/>
            <pc:sldMk cId="1268923192" sldId="4006"/>
            <ac:spMk id="37" creationId="{E780292A-ACA5-4F6A-8E97-954163E43F1C}"/>
          </ac:spMkLst>
        </pc:spChg>
        <pc:spChg chg="add mod">
          <ac:chgData name="Lucas Amherd" userId="cef8db93-eb90-40e0-b058-faa725b9d53f" providerId="ADAL" clId="{DC452CD9-5F2A-4470-A084-7C9C0AC843A3}" dt="2026-01-21T15:38:24.739" v="567" actId="1076"/>
          <ac:spMkLst>
            <pc:docMk/>
            <pc:sldMk cId="1268923192" sldId="4006"/>
            <ac:spMk id="38" creationId="{F85F97C8-F505-363F-7591-AD19D5C211E3}"/>
          </ac:spMkLst>
        </pc:spChg>
        <pc:spChg chg="add mod">
          <ac:chgData name="Lucas Amherd" userId="cef8db93-eb90-40e0-b058-faa725b9d53f" providerId="ADAL" clId="{DC452CD9-5F2A-4470-A084-7C9C0AC843A3}" dt="2026-01-21T15:39:54.583" v="663" actId="20577"/>
          <ac:spMkLst>
            <pc:docMk/>
            <pc:sldMk cId="1268923192" sldId="4006"/>
            <ac:spMk id="40" creationId="{19C1EBE2-7E60-0BA2-2506-D78818D6848A}"/>
          </ac:spMkLst>
        </pc:spChg>
        <pc:spChg chg="add mod">
          <ac:chgData name="Lucas Amherd" userId="cef8db93-eb90-40e0-b058-faa725b9d53f" providerId="ADAL" clId="{DC452CD9-5F2A-4470-A084-7C9C0AC843A3}" dt="2026-01-21T15:39:21.050" v="620" actId="1076"/>
          <ac:spMkLst>
            <pc:docMk/>
            <pc:sldMk cId="1268923192" sldId="4006"/>
            <ac:spMk id="41" creationId="{A3CA278A-CA13-48E3-81DB-FC7AA076DDA9}"/>
          </ac:spMkLst>
        </pc:spChg>
        <pc:spChg chg="mod">
          <ac:chgData name="Lucas Amherd" userId="cef8db93-eb90-40e0-b058-faa725b9d53f" providerId="ADAL" clId="{DC452CD9-5F2A-4470-A084-7C9C0AC843A3}" dt="2026-01-21T15:37:11.266" v="511" actId="14100"/>
          <ac:spMkLst>
            <pc:docMk/>
            <pc:sldMk cId="1268923192" sldId="4006"/>
            <ac:spMk id="56" creationId="{CABBD2E9-0FEA-3E9F-BA71-ED576D8028EA}"/>
          </ac:spMkLst>
        </pc:spChg>
        <pc:spChg chg="mod">
          <ac:chgData name="Lucas Amherd" userId="cef8db93-eb90-40e0-b058-faa725b9d53f" providerId="ADAL" clId="{DC452CD9-5F2A-4470-A084-7C9C0AC843A3}" dt="2026-01-21T15:34:35.273" v="426" actId="14100"/>
          <ac:spMkLst>
            <pc:docMk/>
            <pc:sldMk cId="1268923192" sldId="4006"/>
            <ac:spMk id="92" creationId="{5961A4A6-D0D4-3F73-C140-8FCA6651CBE8}"/>
          </ac:spMkLst>
        </pc:spChg>
        <pc:picChg chg="add mod">
          <ac:chgData name="Lucas Amherd" userId="cef8db93-eb90-40e0-b058-faa725b9d53f" providerId="ADAL" clId="{DC452CD9-5F2A-4470-A084-7C9C0AC843A3}" dt="2026-01-21T15:37:20.350" v="513" actId="1076"/>
          <ac:picMkLst>
            <pc:docMk/>
            <pc:sldMk cId="1268923192" sldId="4006"/>
            <ac:picMk id="26" creationId="{884B3CD6-F6B1-352A-9635-0BDC5296BEBE}"/>
          </ac:picMkLst>
        </pc:picChg>
        <pc:picChg chg="add mod">
          <ac:chgData name="Lucas Amherd" userId="cef8db93-eb90-40e0-b058-faa725b9d53f" providerId="ADAL" clId="{DC452CD9-5F2A-4470-A084-7C9C0AC843A3}" dt="2026-01-21T15:37:47.320" v="541" actId="1076"/>
          <ac:picMkLst>
            <pc:docMk/>
            <pc:sldMk cId="1268923192" sldId="4006"/>
            <ac:picMk id="30" creationId="{6D6D825C-2266-AA1F-489B-22BDA04FB815}"/>
          </ac:picMkLst>
        </pc:picChg>
        <pc:picChg chg="add mod">
          <ac:chgData name="Lucas Amherd" userId="cef8db93-eb90-40e0-b058-faa725b9d53f" providerId="ADAL" clId="{DC452CD9-5F2A-4470-A084-7C9C0AC843A3}" dt="2026-01-21T15:38:24.739" v="567" actId="1076"/>
          <ac:picMkLst>
            <pc:docMk/>
            <pc:sldMk cId="1268923192" sldId="4006"/>
            <ac:picMk id="39" creationId="{54704BBD-1699-42EB-5ADC-3AE8D005FEAA}"/>
          </ac:picMkLst>
        </pc:picChg>
        <pc:picChg chg="add mod">
          <ac:chgData name="Lucas Amherd" userId="cef8db93-eb90-40e0-b058-faa725b9d53f" providerId="ADAL" clId="{DC452CD9-5F2A-4470-A084-7C9C0AC843A3}" dt="2026-01-21T15:39:21.050" v="620" actId="1076"/>
          <ac:picMkLst>
            <pc:docMk/>
            <pc:sldMk cId="1268923192" sldId="4006"/>
            <ac:picMk id="42" creationId="{59A714DD-17F6-AFA6-79AA-03F2DF4C4B59}"/>
          </ac:picMkLst>
        </pc:picChg>
        <pc:picChg chg="mod">
          <ac:chgData name="Lucas Amherd" userId="cef8db93-eb90-40e0-b058-faa725b9d53f" providerId="ADAL" clId="{DC452CD9-5F2A-4470-A084-7C9C0AC843A3}" dt="2026-01-21T15:36:33.956" v="505" actId="14100"/>
          <ac:picMkLst>
            <pc:docMk/>
            <pc:sldMk cId="1268923192" sldId="4006"/>
            <ac:picMk id="85" creationId="{D22B40CB-C34D-B67A-C651-24CD26710675}"/>
          </ac:picMkLst>
        </pc:picChg>
      </pc:sldChg>
      <pc:sldChg chg="addSp delSp modSp add mod">
        <pc:chgData name="Lucas Amherd" userId="cef8db93-eb90-40e0-b058-faa725b9d53f" providerId="ADAL" clId="{DC452CD9-5F2A-4470-A084-7C9C0AC843A3}" dt="2026-01-21T17:46:30.734" v="1177" actId="465"/>
        <pc:sldMkLst>
          <pc:docMk/>
          <pc:sldMk cId="2518910440" sldId="4007"/>
        </pc:sldMkLst>
        <pc:spChg chg="mod">
          <ac:chgData name="Lucas Amherd" userId="cef8db93-eb90-40e0-b058-faa725b9d53f" providerId="ADAL" clId="{DC452CD9-5F2A-4470-A084-7C9C0AC843A3}" dt="2026-01-21T17:46:07.844" v="1174" actId="164"/>
          <ac:spMkLst>
            <pc:docMk/>
            <pc:sldMk cId="2518910440" sldId="4007"/>
            <ac:spMk id="14" creationId="{77960146-C1FB-E4FF-57F4-6E47E5C85F00}"/>
          </ac:spMkLst>
        </pc:spChg>
        <pc:spChg chg="mod">
          <ac:chgData name="Lucas Amherd" userId="cef8db93-eb90-40e0-b058-faa725b9d53f" providerId="ADAL" clId="{DC452CD9-5F2A-4470-A084-7C9C0AC843A3}" dt="2026-01-21T17:46:12.954" v="1175" actId="164"/>
          <ac:spMkLst>
            <pc:docMk/>
            <pc:sldMk cId="2518910440" sldId="4007"/>
            <ac:spMk id="24" creationId="{79DB1A30-36DB-DC27-3428-116D9E9EFE9C}"/>
          </ac:spMkLst>
        </pc:spChg>
        <pc:spChg chg="mod">
          <ac:chgData name="Lucas Amherd" userId="cef8db93-eb90-40e0-b058-faa725b9d53f" providerId="ADAL" clId="{DC452CD9-5F2A-4470-A084-7C9C0AC843A3}" dt="2026-01-21T17:46:12.954" v="1175" actId="164"/>
          <ac:spMkLst>
            <pc:docMk/>
            <pc:sldMk cId="2518910440" sldId="4007"/>
            <ac:spMk id="25" creationId="{33B6EBD0-E43C-CD9E-900A-404F6A023547}"/>
          </ac:spMkLst>
        </pc:spChg>
        <pc:spChg chg="mod">
          <ac:chgData name="Lucas Amherd" userId="cef8db93-eb90-40e0-b058-faa725b9d53f" providerId="ADAL" clId="{DC452CD9-5F2A-4470-A084-7C9C0AC843A3}" dt="2026-01-21T17:46:18.052" v="1176" actId="164"/>
          <ac:spMkLst>
            <pc:docMk/>
            <pc:sldMk cId="2518910440" sldId="4007"/>
            <ac:spMk id="27" creationId="{E2C21370-B999-2E3E-783A-AE009780814B}"/>
          </ac:spMkLst>
        </pc:spChg>
        <pc:spChg chg="mod">
          <ac:chgData name="Lucas Amherd" userId="cef8db93-eb90-40e0-b058-faa725b9d53f" providerId="ADAL" clId="{DC452CD9-5F2A-4470-A084-7C9C0AC843A3}" dt="2026-01-21T17:46:18.052" v="1176" actId="164"/>
          <ac:spMkLst>
            <pc:docMk/>
            <pc:sldMk cId="2518910440" sldId="4007"/>
            <ac:spMk id="28" creationId="{EBE70FFE-9882-D8EA-EDED-F428A08594B2}"/>
          </ac:spMkLst>
        </pc:spChg>
        <pc:spChg chg="mod">
          <ac:chgData name="Lucas Amherd" userId="cef8db93-eb90-40e0-b058-faa725b9d53f" providerId="ADAL" clId="{DC452CD9-5F2A-4470-A084-7C9C0AC843A3}" dt="2026-01-21T17:46:07.844" v="1174" actId="164"/>
          <ac:spMkLst>
            <pc:docMk/>
            <pc:sldMk cId="2518910440" sldId="4007"/>
            <ac:spMk id="56" creationId="{E312A2DF-2731-B0EA-DCB3-2676DDAF2D16}"/>
          </ac:spMkLst>
        </pc:spChg>
        <pc:spChg chg="mod">
          <ac:chgData name="Lucas Amherd" userId="cef8db93-eb90-40e0-b058-faa725b9d53f" providerId="ADAL" clId="{DC452CD9-5F2A-4470-A084-7C9C0AC843A3}" dt="2026-01-21T17:38:56.556" v="710" actId="20577"/>
          <ac:spMkLst>
            <pc:docMk/>
            <pc:sldMk cId="2518910440" sldId="4007"/>
            <ac:spMk id="92" creationId="{A4F26501-4BD1-142C-2782-828D5B0B3DA7}"/>
          </ac:spMkLst>
        </pc:spChg>
        <pc:grpChg chg="add mod">
          <ac:chgData name="Lucas Amherd" userId="cef8db93-eb90-40e0-b058-faa725b9d53f" providerId="ADAL" clId="{DC452CD9-5F2A-4470-A084-7C9C0AC843A3}" dt="2026-01-21T17:46:07.844" v="1174" actId="164"/>
          <ac:grpSpMkLst>
            <pc:docMk/>
            <pc:sldMk cId="2518910440" sldId="4007"/>
            <ac:grpSpMk id="2" creationId="{746E8DC3-F42D-1437-243A-2C3D534DA95D}"/>
          </ac:grpSpMkLst>
        </pc:grpChg>
        <pc:grpChg chg="add mod">
          <ac:chgData name="Lucas Amherd" userId="cef8db93-eb90-40e0-b058-faa725b9d53f" providerId="ADAL" clId="{DC452CD9-5F2A-4470-A084-7C9C0AC843A3}" dt="2026-01-21T17:46:30.734" v="1177" actId="465"/>
          <ac:grpSpMkLst>
            <pc:docMk/>
            <pc:sldMk cId="2518910440" sldId="4007"/>
            <ac:grpSpMk id="3" creationId="{95A19900-9E9C-C322-646D-0449B8EBEAAC}"/>
          </ac:grpSpMkLst>
        </pc:grpChg>
        <pc:grpChg chg="add mod">
          <ac:chgData name="Lucas Amherd" userId="cef8db93-eb90-40e0-b058-faa725b9d53f" providerId="ADAL" clId="{DC452CD9-5F2A-4470-A084-7C9C0AC843A3}" dt="2026-01-21T17:46:18.052" v="1176" actId="164"/>
          <ac:grpSpMkLst>
            <pc:docMk/>
            <pc:sldMk cId="2518910440" sldId="4007"/>
            <ac:grpSpMk id="4" creationId="{876FB426-B3B3-36D8-156B-69D3F59DAA25}"/>
          </ac:grpSpMkLst>
        </pc:grpChg>
        <pc:picChg chg="mod">
          <ac:chgData name="Lucas Amherd" userId="cef8db93-eb90-40e0-b058-faa725b9d53f" providerId="ADAL" clId="{DC452CD9-5F2A-4470-A084-7C9C0AC843A3}" dt="2026-01-21T17:46:12.954" v="1175" actId="164"/>
          <ac:picMkLst>
            <pc:docMk/>
            <pc:sldMk cId="2518910440" sldId="4007"/>
            <ac:picMk id="26" creationId="{BA009085-6146-D890-42F8-DB2759A706A2}"/>
          </ac:picMkLst>
        </pc:picChg>
        <pc:picChg chg="mod">
          <ac:chgData name="Lucas Amherd" userId="cef8db93-eb90-40e0-b058-faa725b9d53f" providerId="ADAL" clId="{DC452CD9-5F2A-4470-A084-7C9C0AC843A3}" dt="2026-01-21T17:46:18.052" v="1176" actId="164"/>
          <ac:picMkLst>
            <pc:docMk/>
            <pc:sldMk cId="2518910440" sldId="4007"/>
            <ac:picMk id="30" creationId="{30BA3DF2-56E7-DFC0-9532-E722FCF07E04}"/>
          </ac:picMkLst>
        </pc:picChg>
        <pc:picChg chg="mod">
          <ac:chgData name="Lucas Amherd" userId="cef8db93-eb90-40e0-b058-faa725b9d53f" providerId="ADAL" clId="{DC452CD9-5F2A-4470-A084-7C9C0AC843A3}" dt="2026-01-21T17:46:07.844" v="1174" actId="164"/>
          <ac:picMkLst>
            <pc:docMk/>
            <pc:sldMk cId="2518910440" sldId="4007"/>
            <ac:picMk id="85" creationId="{3A64965C-5F3F-367C-55AF-38FEC6BF4C8C}"/>
          </ac:picMkLst>
        </pc:picChg>
      </pc:sldChg>
    </pc:docChg>
  </pc:docChgLst>
  <pc:docChgLst>
    <pc:chgData name="Alexis Johann" userId="b12cfd30-ef85-46dd-8d6e-f6993895171e" providerId="ADAL" clId="{F67ECA15-C212-500A-8A86-99E4B61C9FFD}"/>
    <pc:docChg chg="custSel addSld delSld modSld modMainMaster addSection modSection modNotesMaster">
      <pc:chgData name="Alexis Johann" userId="b12cfd30-ef85-46dd-8d6e-f6993895171e" providerId="ADAL" clId="{F67ECA15-C212-500A-8A86-99E4B61C9FFD}" dt="2026-01-27T07:59:34.220" v="171" actId="2696"/>
      <pc:docMkLst>
        <pc:docMk/>
      </pc:docMkLst>
      <pc:sldChg chg="modSp del modNotes">
        <pc:chgData name="Alexis Johann" userId="b12cfd30-ef85-46dd-8d6e-f6993895171e" providerId="ADAL" clId="{F67ECA15-C212-500A-8A86-99E4B61C9FFD}" dt="2026-01-27T07:59:34.165" v="168" actId="2696"/>
        <pc:sldMkLst>
          <pc:docMk/>
          <pc:sldMk cId="2855794110" sldId="3990"/>
        </pc:sldMkLst>
      </pc:sldChg>
      <pc:sldChg chg="modSp modNotes">
        <pc:chgData name="Alexis Johann" userId="b12cfd30-ef85-46dd-8d6e-f6993895171e" providerId="ADAL" clId="{F67ECA15-C212-500A-8A86-99E4B61C9FFD}" dt="2026-01-21T12:56:21.678" v="156"/>
        <pc:sldMkLst>
          <pc:docMk/>
          <pc:sldMk cId="1162906671" sldId="3995"/>
        </pc:sldMkLst>
        <pc:spChg chg="mod">
          <ac:chgData name="Alexis Johann" userId="b12cfd30-ef85-46dd-8d6e-f6993895171e" providerId="ADAL" clId="{F67ECA15-C212-500A-8A86-99E4B61C9FFD}" dt="2026-01-21T12:56:21.678" v="156"/>
          <ac:spMkLst>
            <pc:docMk/>
            <pc:sldMk cId="1162906671" sldId="3995"/>
            <ac:spMk id="3" creationId="{32D264EC-E238-24C9-3D87-0AFA9A1F702B}"/>
          </ac:spMkLst>
        </pc:spChg>
        <pc:spChg chg="mod">
          <ac:chgData name="Alexis Johann" userId="b12cfd30-ef85-46dd-8d6e-f6993895171e" providerId="ADAL" clId="{F67ECA15-C212-500A-8A86-99E4B61C9FFD}" dt="2026-01-21T12:56:21.678" v="156"/>
          <ac:spMkLst>
            <pc:docMk/>
            <pc:sldMk cId="1162906671" sldId="3995"/>
            <ac:spMk id="25" creationId="{D08E2C44-4D1A-6C1F-AC09-EE11F2B095CB}"/>
          </ac:spMkLst>
        </pc:spChg>
      </pc:sldChg>
      <pc:sldChg chg="modSp del modNotes">
        <pc:chgData name="Alexis Johann" userId="b12cfd30-ef85-46dd-8d6e-f6993895171e" providerId="ADAL" clId="{F67ECA15-C212-500A-8A86-99E4B61C9FFD}" dt="2026-01-27T07:59:34.182" v="169" actId="2696"/>
        <pc:sldMkLst>
          <pc:docMk/>
          <pc:sldMk cId="2302661199" sldId="3997"/>
        </pc:sldMkLst>
      </pc:sldChg>
      <pc:sldChg chg="addSp delSp modSp del mod modNotes">
        <pc:chgData name="Alexis Johann" userId="b12cfd30-ef85-46dd-8d6e-f6993895171e" providerId="ADAL" clId="{F67ECA15-C212-500A-8A86-99E4B61C9FFD}" dt="2026-01-27T07:59:34.135" v="167" actId="2696"/>
        <pc:sldMkLst>
          <pc:docMk/>
          <pc:sldMk cId="844621584" sldId="4002"/>
        </pc:sldMkLst>
      </pc:sldChg>
      <pc:sldChg chg="modSp del modNotes">
        <pc:chgData name="Alexis Johann" userId="b12cfd30-ef85-46dd-8d6e-f6993895171e" providerId="ADAL" clId="{F67ECA15-C212-500A-8A86-99E4B61C9FFD}" dt="2026-01-27T07:59:34.209" v="170" actId="2696"/>
        <pc:sldMkLst>
          <pc:docMk/>
          <pc:sldMk cId="3340137103" sldId="4003"/>
        </pc:sldMkLst>
      </pc:sldChg>
      <pc:sldChg chg="addSp delSp modSp new del mod">
        <pc:chgData name="Alexis Johann" userId="b12cfd30-ef85-46dd-8d6e-f6993895171e" providerId="ADAL" clId="{F67ECA15-C212-500A-8A86-99E4B61C9FFD}" dt="2026-01-27T07:59:34.220" v="171" actId="2696"/>
        <pc:sldMkLst>
          <pc:docMk/>
          <pc:sldMk cId="1166091492" sldId="40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34" y="6"/>
            <a:ext cx="18257314" cy="1480265"/>
          </a:xfrm>
          <a:prstGeom prst="rect">
            <a:avLst/>
          </a:prstGeom>
        </p:spPr>
        <p:txBody>
          <a:bodyPr vert="horz" lIns="404980" tIns="202488" rIns="404980" bIns="202488" rtlCol="0"/>
          <a:lstStyle>
            <a:lvl1pPr algn="l">
              <a:defRPr sz="48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23861474" y="6"/>
            <a:ext cx="18264055" cy="1480265"/>
          </a:xfrm>
          <a:prstGeom prst="rect">
            <a:avLst/>
          </a:prstGeom>
        </p:spPr>
        <p:txBody>
          <a:bodyPr vert="horz" wrap="square" lIns="404980" tIns="202488" rIns="404980" bIns="202488" numCol="1" anchor="t" anchorCtr="0" compatLnSpc="1">
            <a:prstTxWarp prst="textNoShape">
              <a:avLst/>
            </a:prstTxWarp>
          </a:bodyPr>
          <a:lstStyle>
            <a:lvl1pPr algn="r">
              <a:defRPr sz="4800">
                <a:ea typeface="ＭＳ Ｐゴシック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1FF32094-DC25-4C82-819A-C933AEBDC1FB}" type="datetimeFigureOut">
              <a:rPr lang="de-DE"/>
              <a:pPr>
                <a:defRPr/>
              </a:pPr>
              <a:t>21.01.26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34" y="28118111"/>
            <a:ext cx="18257314" cy="1480265"/>
          </a:xfrm>
          <a:prstGeom prst="rect">
            <a:avLst/>
          </a:prstGeom>
        </p:spPr>
        <p:txBody>
          <a:bodyPr vert="horz" lIns="404980" tIns="202488" rIns="404980" bIns="202488" rtlCol="0" anchor="b"/>
          <a:lstStyle>
            <a:lvl1pPr algn="l">
              <a:defRPr sz="48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r>
              <a:rPr lang="de-DE"/>
              <a:t>FehrAdvice &amp; Partners, September 2017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23861474" y="28118111"/>
            <a:ext cx="18264055" cy="1480265"/>
          </a:xfrm>
          <a:prstGeom prst="rect">
            <a:avLst/>
          </a:prstGeom>
        </p:spPr>
        <p:txBody>
          <a:bodyPr vert="horz" wrap="square" lIns="404980" tIns="202488" rIns="404980" bIns="202488" numCol="1" anchor="b" anchorCtr="0" compatLnSpc="1">
            <a:prstTxWarp prst="textNoShape">
              <a:avLst/>
            </a:prstTxWarp>
          </a:bodyPr>
          <a:lstStyle>
            <a:lvl1pPr algn="r">
              <a:defRPr sz="4800">
                <a:ea typeface="ＭＳ Ｐゴシック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C274C453-7BB7-41A8-A100-C21E49A6BEA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1586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4" y="6"/>
            <a:ext cx="18250560" cy="1480265"/>
          </a:xfrm>
          <a:prstGeom prst="rect">
            <a:avLst/>
          </a:prstGeom>
        </p:spPr>
        <p:txBody>
          <a:bodyPr vert="horz" lIns="420001" tIns="210005" rIns="420001" bIns="21000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48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23875000" y="6"/>
            <a:ext cx="18250560" cy="1480265"/>
          </a:xfrm>
          <a:prstGeom prst="rect">
            <a:avLst/>
          </a:prstGeom>
        </p:spPr>
        <p:txBody>
          <a:bodyPr vert="horz" wrap="square" lIns="420001" tIns="210005" rIns="420001" bIns="210005" numCol="1" anchor="t" anchorCtr="0" compatLnSpc="1">
            <a:prstTxWarp prst="textNoShape">
              <a:avLst/>
            </a:prstTxWarp>
          </a:bodyPr>
          <a:lstStyle>
            <a:lvl1pPr algn="r">
              <a:defRPr sz="4800">
                <a:latin typeface="Calibri" pitchFamily="34" charset="0"/>
                <a:ea typeface="ＭＳ Ｐゴシック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6092CF6D-EEE6-43BF-A5B0-A482E5DBC59E}" type="datetimeFigureOut">
              <a:rPr lang="de-CH"/>
              <a:pPr>
                <a:defRPr/>
              </a:pPr>
              <a:t>21.01.26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0" y="2230438"/>
            <a:ext cx="7842250" cy="11087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20001" tIns="210005" rIns="420001" bIns="210005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213239" y="14069453"/>
            <a:ext cx="33705798" cy="13322379"/>
          </a:xfrm>
          <a:prstGeom prst="rect">
            <a:avLst/>
          </a:prstGeom>
        </p:spPr>
        <p:txBody>
          <a:bodyPr vert="horz" wrap="square" lIns="420001" tIns="210005" rIns="420001" bIns="210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64" y="28118111"/>
            <a:ext cx="18250560" cy="1480265"/>
          </a:xfrm>
          <a:prstGeom prst="rect">
            <a:avLst/>
          </a:prstGeom>
        </p:spPr>
        <p:txBody>
          <a:bodyPr vert="horz" lIns="420001" tIns="210005" rIns="420001" bIns="21000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48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CH" err="1"/>
              <a:t>FehrAdvice</a:t>
            </a:r>
            <a:r>
              <a:rPr lang="de-CH"/>
              <a:t> &amp; Partners, September 2017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23875000" y="28118111"/>
            <a:ext cx="18250560" cy="1480265"/>
          </a:xfrm>
          <a:prstGeom prst="rect">
            <a:avLst/>
          </a:prstGeom>
        </p:spPr>
        <p:txBody>
          <a:bodyPr vert="horz" wrap="square" lIns="420001" tIns="210005" rIns="420001" bIns="210005" numCol="1" anchor="b" anchorCtr="0" compatLnSpc="1">
            <a:prstTxWarp prst="textNoShape">
              <a:avLst/>
            </a:prstTxWarp>
          </a:bodyPr>
          <a:lstStyle>
            <a:lvl1pPr algn="r">
              <a:defRPr sz="4800">
                <a:latin typeface="Calibri" pitchFamily="34" charset="0"/>
                <a:ea typeface="ＭＳ Ｐゴシック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DFEAB2D2-8AE6-45B7-A2B4-A2EC56692164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28232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5497" kern="1200">
        <a:solidFill>
          <a:schemeClr val="tx1"/>
        </a:solidFill>
        <a:latin typeface="+mn-lt"/>
        <a:ea typeface="ＭＳ Ｐゴシック" pitchFamily="34" charset="-128"/>
        <a:cs typeface="ＭＳ Ｐゴシック" charset="0"/>
      </a:defRPr>
    </a:lvl1pPr>
    <a:lvl2pPr marL="2087287" algn="l" rtl="0" eaLnBrk="0" fontAlgn="base" hangingPunct="0">
      <a:spcBef>
        <a:spcPct val="30000"/>
      </a:spcBef>
      <a:spcAft>
        <a:spcPct val="0"/>
      </a:spcAft>
      <a:defRPr sz="5497" kern="1200">
        <a:solidFill>
          <a:schemeClr val="tx1"/>
        </a:solidFill>
        <a:latin typeface="+mn-lt"/>
        <a:ea typeface="ＭＳ Ｐゴシック" pitchFamily="34" charset="-128"/>
        <a:cs typeface="+mn-cs"/>
      </a:defRPr>
    </a:lvl2pPr>
    <a:lvl3pPr marL="4174578" algn="l" rtl="0" eaLnBrk="0" fontAlgn="base" hangingPunct="0">
      <a:spcBef>
        <a:spcPct val="30000"/>
      </a:spcBef>
      <a:spcAft>
        <a:spcPct val="0"/>
      </a:spcAft>
      <a:defRPr sz="5497" kern="1200">
        <a:solidFill>
          <a:schemeClr val="tx1"/>
        </a:solidFill>
        <a:latin typeface="+mn-lt"/>
        <a:ea typeface="ＭＳ Ｐゴシック" pitchFamily="34" charset="-128"/>
        <a:cs typeface="+mn-cs"/>
      </a:defRPr>
    </a:lvl3pPr>
    <a:lvl4pPr marL="6261866" algn="l" rtl="0" eaLnBrk="0" fontAlgn="base" hangingPunct="0">
      <a:spcBef>
        <a:spcPct val="30000"/>
      </a:spcBef>
      <a:spcAft>
        <a:spcPct val="0"/>
      </a:spcAft>
      <a:defRPr sz="5497" kern="1200">
        <a:solidFill>
          <a:schemeClr val="tx1"/>
        </a:solidFill>
        <a:latin typeface="+mn-lt"/>
        <a:ea typeface="ＭＳ Ｐゴシック" pitchFamily="34" charset="-128"/>
        <a:cs typeface="+mn-cs"/>
      </a:defRPr>
    </a:lvl4pPr>
    <a:lvl5pPr marL="8349157" algn="l" rtl="0" eaLnBrk="0" fontAlgn="base" hangingPunct="0">
      <a:spcBef>
        <a:spcPct val="30000"/>
      </a:spcBef>
      <a:spcAft>
        <a:spcPct val="0"/>
      </a:spcAft>
      <a:defRPr sz="5497" kern="1200">
        <a:solidFill>
          <a:schemeClr val="tx1"/>
        </a:solidFill>
        <a:latin typeface="+mn-lt"/>
        <a:ea typeface="ＭＳ Ｐゴシック" pitchFamily="34" charset="-128"/>
        <a:cs typeface="+mn-cs"/>
      </a:defRPr>
    </a:lvl5pPr>
    <a:lvl6pPr marL="10436444" algn="l" defTabSz="4174578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6pPr>
    <a:lvl7pPr marL="12523735" algn="l" defTabSz="4174578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7pPr>
    <a:lvl8pPr marL="14611022" algn="l" defTabSz="4174578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8pPr>
    <a:lvl9pPr marL="16698309" algn="l" defTabSz="4174578" rtl="0" eaLnBrk="1" latinLnBrk="0" hangingPunct="1">
      <a:defRPr sz="549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7145000" y="2230438"/>
            <a:ext cx="7842250" cy="11087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EAB2D2-8AE6-45B7-A2B4-A2EC56692164}" type="slidenum">
              <a:rPr lang="de-CH" smtClean="0"/>
              <a:pPr>
                <a:defRPr/>
              </a:pPr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68196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5E3D-4833-2E2A-D3EB-2129D1BC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7BDCA59-BE62-43CC-3B4E-2A7B6D681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145000" y="2230438"/>
            <a:ext cx="7842250" cy="11087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88C75E2-8661-DEE0-016D-16B34F184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7D13C5-1879-D685-2F21-748EDCAAB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EAB2D2-8AE6-45B7-A2B4-A2EC56692164}" type="slidenum">
              <a:rPr lang="de-CH" smtClean="0"/>
              <a:pPr>
                <a:defRPr/>
              </a:pPr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78706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9A56-A8E0-B9AB-93C4-4A1E552CB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A4C91A-A2F3-4648-1B96-5D9D9A1D7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145000" y="2230438"/>
            <a:ext cx="7842250" cy="11087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BEB404-BBB7-49C4-7891-F4EFE13AF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1BF990-46D3-E31A-EFF2-ED0A7AF89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EAB2D2-8AE6-45B7-A2B4-A2EC56692164}" type="slidenum">
              <a:rPr lang="de-CH" smtClean="0"/>
              <a:pPr>
                <a:defRPr/>
              </a:pPr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9883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 bwMode="auto">
          <a:xfrm>
            <a:off x="8175816" y="1098653"/>
            <a:ext cx="15329645" cy="2335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725944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1C4752-4CFD-0FCA-970D-B412E3AA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740088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8101393" y="1098653"/>
            <a:ext cx="15378787" cy="2335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err="1"/>
              <a:t>Titel</a:t>
            </a:r>
            <a:endParaRPr lang="en-US" noProof="0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1278404" y="3735596"/>
            <a:ext cx="277200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11" descr="logo_fehr_1mm.t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5737671" y="2246352"/>
            <a:ext cx="3255076" cy="1064002"/>
          </a:xfrm>
          <a:prstGeom prst="rect">
            <a:avLst/>
          </a:prstGeom>
        </p:spPr>
      </p:pic>
      <p:pic>
        <p:nvPicPr>
          <p:cNvPr id="2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62DC5EC6-DC21-CA46-34B7-51B3C667B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36968"/>
          <a:stretch/>
        </p:blipFill>
        <p:spPr>
          <a:xfrm>
            <a:off x="23092406" y="1281110"/>
            <a:ext cx="5900341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5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</p:sldLayoutIdLst>
  <p:transition>
    <p:fade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9602" b="1" kern="1200">
          <a:solidFill>
            <a:schemeClr val="accent1"/>
          </a:solidFill>
          <a:latin typeface="+mn-lt"/>
          <a:ea typeface="ＭＳ Ｐゴシック" pitchFamily="34" charset="-128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6401">
          <a:solidFill>
            <a:schemeClr val="accent1"/>
          </a:solidFill>
          <a:latin typeface="Times New Roman" pitchFamily="18" charset="0"/>
          <a:ea typeface="ＭＳ Ｐゴシック" pitchFamily="34" charset="-128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6401">
          <a:solidFill>
            <a:schemeClr val="accent1"/>
          </a:solidFill>
          <a:latin typeface="Times New Roman" pitchFamily="18" charset="0"/>
          <a:ea typeface="ＭＳ Ｐゴシック" pitchFamily="34" charset="-128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6401">
          <a:solidFill>
            <a:schemeClr val="accent1"/>
          </a:solidFill>
          <a:latin typeface="Times New Roman" pitchFamily="18" charset="0"/>
          <a:ea typeface="ＭＳ Ｐゴシック" pitchFamily="34" charset="-128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6401">
          <a:solidFill>
            <a:schemeClr val="accent1"/>
          </a:solidFill>
          <a:latin typeface="Times New Roman" pitchFamily="18" charset="0"/>
          <a:ea typeface="ＭＳ Ｐゴシック" pitchFamily="34" charset="-128"/>
          <a:cs typeface="ＭＳ Ｐゴシック" charset="0"/>
        </a:defRPr>
      </a:lvl5pPr>
      <a:lvl6pPr marL="2088185" algn="l" rtl="0" eaLnBrk="1" fontAlgn="base" hangingPunct="1">
        <a:spcBef>
          <a:spcPct val="0"/>
        </a:spcBef>
        <a:spcAft>
          <a:spcPct val="0"/>
        </a:spcAft>
        <a:defRPr sz="6401">
          <a:solidFill>
            <a:schemeClr val="accent1"/>
          </a:solidFill>
          <a:latin typeface="Arial" pitchFamily="34" charset="0"/>
        </a:defRPr>
      </a:lvl6pPr>
      <a:lvl7pPr marL="4176370" algn="l" rtl="0" eaLnBrk="1" fontAlgn="base" hangingPunct="1">
        <a:spcBef>
          <a:spcPct val="0"/>
        </a:spcBef>
        <a:spcAft>
          <a:spcPct val="0"/>
        </a:spcAft>
        <a:defRPr sz="6401">
          <a:solidFill>
            <a:schemeClr val="accent1"/>
          </a:solidFill>
          <a:latin typeface="Arial" pitchFamily="34" charset="0"/>
        </a:defRPr>
      </a:lvl7pPr>
      <a:lvl8pPr marL="6264556" algn="l" rtl="0" eaLnBrk="1" fontAlgn="base" hangingPunct="1">
        <a:spcBef>
          <a:spcPct val="0"/>
        </a:spcBef>
        <a:spcAft>
          <a:spcPct val="0"/>
        </a:spcAft>
        <a:defRPr sz="6401">
          <a:solidFill>
            <a:schemeClr val="accent1"/>
          </a:solidFill>
          <a:latin typeface="Arial" pitchFamily="34" charset="0"/>
        </a:defRPr>
      </a:lvl8pPr>
      <a:lvl9pPr marL="8352742" algn="l" rtl="0" eaLnBrk="1" fontAlgn="base" hangingPunct="1">
        <a:spcBef>
          <a:spcPct val="0"/>
        </a:spcBef>
        <a:spcAft>
          <a:spcPct val="0"/>
        </a:spcAft>
        <a:defRPr sz="6401">
          <a:solidFill>
            <a:schemeClr val="accent1"/>
          </a:solidFill>
          <a:latin typeface="Arial" pitchFamily="34" charset="0"/>
        </a:defRPr>
      </a:lvl9pPr>
    </p:titleStyle>
    <p:bodyStyle>
      <a:lvl1pPr marL="1566139" indent="-1566139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Arial" pitchFamily="34" charset="0"/>
        <a:defRPr sz="4000" kern="1200">
          <a:solidFill>
            <a:schemeClr val="tx1"/>
          </a:solidFill>
          <a:latin typeface="Arial" pitchFamily="34" charset="0"/>
          <a:ea typeface="ＭＳ Ｐゴシック" pitchFamily="34" charset="-128"/>
          <a:cs typeface="Arial" pitchFamily="34" charset="0"/>
        </a:defRPr>
      </a:lvl1pPr>
      <a:lvl2pPr marL="819325" indent="-819325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Wingdings" pitchFamily="2" charset="2"/>
        <a:buChar char="§"/>
        <a:defRPr sz="4000" b="0" i="0" kern="1200">
          <a:solidFill>
            <a:schemeClr val="tx1"/>
          </a:solidFill>
          <a:latin typeface="Arial" pitchFamily="34" charset="0"/>
          <a:ea typeface="ＭＳ Ｐゴシック" pitchFamily="34" charset="-128"/>
          <a:cs typeface="Arial" pitchFamily="34" charset="0"/>
        </a:defRPr>
      </a:lvl2pPr>
      <a:lvl3pPr marL="1638645" indent="-819325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Wingdings" pitchFamily="2" charset="2"/>
        <a:buChar char="§"/>
        <a:defRPr sz="4000" b="0" i="0" kern="1200">
          <a:solidFill>
            <a:schemeClr val="tx1"/>
          </a:solidFill>
          <a:latin typeface="Arial" pitchFamily="34" charset="0"/>
          <a:ea typeface="Times New Roman" charset="0"/>
          <a:cs typeface="Arial" pitchFamily="34" charset="0"/>
        </a:defRPr>
      </a:lvl3pPr>
      <a:lvl4pPr marL="2465219" indent="-819325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Wingdings" pitchFamily="2" charset="2"/>
        <a:buChar char="§"/>
        <a:defRPr sz="4000" b="0" i="0" kern="1200">
          <a:solidFill>
            <a:schemeClr val="tx1"/>
          </a:solidFill>
          <a:latin typeface="Arial" pitchFamily="34" charset="0"/>
          <a:ea typeface="Times New Roman" charset="0"/>
          <a:cs typeface="Arial" pitchFamily="34" charset="0"/>
        </a:defRPr>
      </a:lvl4pPr>
      <a:lvl5pPr marL="3284544" indent="-819325" algn="l" rtl="0" eaLnBrk="1" fontAlgn="base" hangingPunct="1">
        <a:lnSpc>
          <a:spcPct val="105000"/>
        </a:lnSpc>
        <a:spcBef>
          <a:spcPct val="0"/>
        </a:spcBef>
        <a:spcAft>
          <a:spcPct val="0"/>
        </a:spcAft>
        <a:buFont typeface="Wingdings" pitchFamily="2" charset="2"/>
        <a:buChar char="§"/>
        <a:defRPr sz="4000" b="0" i="0" kern="1200">
          <a:solidFill>
            <a:schemeClr val="tx1"/>
          </a:solidFill>
          <a:latin typeface="Arial" pitchFamily="34" charset="0"/>
          <a:ea typeface="Times New Roman" charset="0"/>
          <a:cs typeface="Arial" pitchFamily="34" charset="0"/>
        </a:defRPr>
      </a:lvl5pPr>
      <a:lvl6pPr marL="11485019" indent="-1044092" algn="l" defTabSz="4176370" rtl="0" eaLnBrk="1" latinLnBrk="0" hangingPunct="1">
        <a:spcBef>
          <a:spcPct val="20000"/>
        </a:spcBef>
        <a:buFont typeface="Arial" pitchFamily="34" charset="0"/>
        <a:buChar char="•"/>
        <a:defRPr sz="9102" kern="1200">
          <a:solidFill>
            <a:schemeClr val="tx1"/>
          </a:solidFill>
          <a:latin typeface="+mn-lt"/>
          <a:ea typeface="+mn-ea"/>
          <a:cs typeface="+mn-cs"/>
        </a:defRPr>
      </a:lvl6pPr>
      <a:lvl7pPr marL="13573206" indent="-1044092" algn="l" defTabSz="4176370" rtl="0" eaLnBrk="1" latinLnBrk="0" hangingPunct="1">
        <a:spcBef>
          <a:spcPct val="20000"/>
        </a:spcBef>
        <a:buFont typeface="Arial" pitchFamily="34" charset="0"/>
        <a:buChar char="•"/>
        <a:defRPr sz="9102" kern="1200">
          <a:solidFill>
            <a:schemeClr val="tx1"/>
          </a:solidFill>
          <a:latin typeface="+mn-lt"/>
          <a:ea typeface="+mn-ea"/>
          <a:cs typeface="+mn-cs"/>
        </a:defRPr>
      </a:lvl7pPr>
      <a:lvl8pPr marL="15661391" indent="-1044092" algn="l" defTabSz="4176370" rtl="0" eaLnBrk="1" latinLnBrk="0" hangingPunct="1">
        <a:spcBef>
          <a:spcPct val="20000"/>
        </a:spcBef>
        <a:buFont typeface="Arial" pitchFamily="34" charset="0"/>
        <a:buChar char="•"/>
        <a:defRPr sz="9102" kern="1200">
          <a:solidFill>
            <a:schemeClr val="tx1"/>
          </a:solidFill>
          <a:latin typeface="+mn-lt"/>
          <a:ea typeface="+mn-ea"/>
          <a:cs typeface="+mn-cs"/>
        </a:defRPr>
      </a:lvl8pPr>
      <a:lvl9pPr marL="17749576" indent="-1044092" algn="l" defTabSz="4176370" rtl="0" eaLnBrk="1" latinLnBrk="0" hangingPunct="1">
        <a:spcBef>
          <a:spcPct val="20000"/>
        </a:spcBef>
        <a:buFont typeface="Arial" pitchFamily="34" charset="0"/>
        <a:buChar char="•"/>
        <a:defRPr sz="91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1pPr>
      <a:lvl2pPr marL="2088185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2pPr>
      <a:lvl3pPr marL="4176370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3pPr>
      <a:lvl4pPr marL="6264556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4pPr>
      <a:lvl5pPr marL="8352742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5pPr>
      <a:lvl6pPr marL="10440927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6pPr>
      <a:lvl7pPr marL="12529113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7pPr>
      <a:lvl8pPr marL="14617298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8pPr>
      <a:lvl9pPr marL="16705484" algn="l" defTabSz="4176370" rtl="0" eaLnBrk="1" latinLnBrk="0" hangingPunct="1">
        <a:defRPr sz="82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87" userDrawn="1">
          <p15:clr>
            <a:srgbClr val="F26B43"/>
          </p15:clr>
        </p15:guide>
        <p15:guide id="2" pos="8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D08E2C44-4D1A-6C1F-AC09-EE11F2B095CB}"/>
              </a:ext>
            </a:extLst>
          </p:cNvPr>
          <p:cNvSpPr/>
          <p:nvPr/>
        </p:nvSpPr>
        <p:spPr bwMode="gray">
          <a:xfrm>
            <a:off x="4176106" y="634478"/>
            <a:ext cx="5536250" cy="867697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4000" b="1" spc="-2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3" name="Ellipse 53">
            <a:extLst>
              <a:ext uri="{FF2B5EF4-FFF2-40B4-BE49-F238E27FC236}">
                <a16:creationId xmlns:a16="http://schemas.microsoft.com/office/drawing/2014/main" id="{32D264EC-E238-24C9-3D87-0AFA9A1F702B}"/>
              </a:ext>
            </a:extLst>
          </p:cNvPr>
          <p:cNvSpPr>
            <a:spLocks/>
          </p:cNvSpPr>
          <p:nvPr/>
        </p:nvSpPr>
        <p:spPr bwMode="gray">
          <a:xfrm>
            <a:off x="1276350" y="4636320"/>
            <a:ext cx="1736309" cy="17352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709DC1"/>
            </a:solidFill>
            <a:prstDash val="solid"/>
          </a:ln>
          <a:effectLst>
            <a:outerShdw blurRad="3556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9602" b="1" spc="-2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B60248A-EDD1-43C0-AC0B-A95DE3B47242}"/>
              </a:ext>
            </a:extLst>
          </p:cNvPr>
          <p:cNvCxnSpPr/>
          <p:nvPr/>
        </p:nvCxnSpPr>
        <p:spPr>
          <a:xfrm>
            <a:off x="46268640" y="16868501"/>
            <a:ext cx="914400" cy="91440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itel 1">
            <a:extLst>
              <a:ext uri="{FF2B5EF4-FFF2-40B4-BE49-F238E27FC236}">
                <a16:creationId xmlns:a16="http://schemas.microsoft.com/office/drawing/2014/main" id="{17F72319-FCC1-AE73-2D67-0B7A0DADACBE}"/>
              </a:ext>
            </a:extLst>
          </p:cNvPr>
          <p:cNvSpPr txBox="1">
            <a:spLocks/>
          </p:cNvSpPr>
          <p:nvPr/>
        </p:nvSpPr>
        <p:spPr bwMode="auto">
          <a:xfrm>
            <a:off x="3141438" y="1215103"/>
            <a:ext cx="21316427" cy="2335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accent1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5pPr>
            <a:lvl6pPr marL="2087941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6pPr>
            <a:lvl7pPr marL="4175882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7pPr>
            <a:lvl8pPr marL="6263823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8pPr>
            <a:lvl9pPr marL="8351764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de-AT" sz="6001" dirty="0"/>
              <a:t>ALPLA Industrial – Workshop Agenda 27. – 28.01.2026</a:t>
            </a:r>
            <a:endParaRPr lang="en-US" sz="6001" dirty="0"/>
          </a:p>
        </p:txBody>
      </p:sp>
      <p:pic>
        <p:nvPicPr>
          <p:cNvPr id="13" name="Grafik 12" descr="Blaupause mit einfarbiger Füllung">
            <a:extLst>
              <a:ext uri="{FF2B5EF4-FFF2-40B4-BE49-F238E27FC236}">
                <a16:creationId xmlns:a16="http://schemas.microsoft.com/office/drawing/2014/main" id="{50097CC2-BEC6-3283-CCFF-435CE7255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4559" y="4887568"/>
            <a:ext cx="1251687" cy="1251687"/>
          </a:xfrm>
          <a:prstGeom prst="rect">
            <a:avLst/>
          </a:prstGeom>
        </p:spPr>
      </p:pic>
      <p:graphicFrame>
        <p:nvGraphicFramePr>
          <p:cNvPr id="8" name="Tabelle 22">
            <a:extLst>
              <a:ext uri="{FF2B5EF4-FFF2-40B4-BE49-F238E27FC236}">
                <a16:creationId xmlns:a16="http://schemas.microsoft.com/office/drawing/2014/main" id="{AC8F5B73-C0FF-9421-04EF-4D01E61F2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688668"/>
              </p:ext>
            </p:extLst>
          </p:nvPr>
        </p:nvGraphicFramePr>
        <p:xfrm>
          <a:off x="3141438" y="6544257"/>
          <a:ext cx="24284871" cy="127320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84375">
                  <a:extLst>
                    <a:ext uri="{9D8B030D-6E8A-4147-A177-3AD203B41FA5}">
                      <a16:colId xmlns:a16="http://schemas.microsoft.com/office/drawing/2014/main" val="2005240988"/>
                    </a:ext>
                  </a:extLst>
                </a:gridCol>
                <a:gridCol w="11779624">
                  <a:extLst>
                    <a:ext uri="{9D8B030D-6E8A-4147-A177-3AD203B41FA5}">
                      <a16:colId xmlns:a16="http://schemas.microsoft.com/office/drawing/2014/main" val="2641686780"/>
                    </a:ext>
                  </a:extLst>
                </a:gridCol>
                <a:gridCol w="5620872">
                  <a:extLst>
                    <a:ext uri="{9D8B030D-6E8A-4147-A177-3AD203B41FA5}">
                      <a16:colId xmlns:a16="http://schemas.microsoft.com/office/drawing/2014/main" val="3968369696"/>
                    </a:ext>
                  </a:extLst>
                </a:gridCol>
              </a:tblGrid>
              <a:tr h="1239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Time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Topic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/>
                        <a:t>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099018"/>
                  </a:ext>
                </a:extLst>
              </a:tr>
              <a:tr h="1670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14:00 – 14:15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Welcome &amp; Purpose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Roland &amp; Thomas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140655"/>
                  </a:ext>
                </a:extLst>
              </a:tr>
              <a:tr h="159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14:15 – 14:45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 err="1"/>
                        <a:t>Prework</a:t>
                      </a:r>
                      <a:r>
                        <a:rPr lang="de-CH" sz="6000" b="1"/>
                        <a:t> </a:t>
                      </a:r>
                      <a:r>
                        <a:rPr lang="de-CH" sz="6000" b="1" err="1"/>
                        <a:t>Synchronization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FehrAdvice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540182"/>
                  </a:ext>
                </a:extLst>
              </a:tr>
              <a:tr h="159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14:45 – 15:15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Story: Vision 2026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Thomas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703808"/>
                  </a:ext>
                </a:extLst>
              </a:tr>
              <a:tr h="159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15:15 – 15:30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Break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H" sz="6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231241"/>
                  </a:ext>
                </a:extLst>
              </a:tr>
              <a:tr h="159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15:30 – 16:30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 err="1"/>
                        <a:t>Reflection</a:t>
                      </a:r>
                      <a:r>
                        <a:rPr lang="de-CH" sz="6000" b="1"/>
                        <a:t> on </a:t>
                      </a:r>
                      <a:r>
                        <a:rPr lang="de-CH" sz="6000" b="1" err="1"/>
                        <a:t>the</a:t>
                      </a:r>
                      <a:r>
                        <a:rPr lang="de-CH" sz="6000" b="1"/>
                        <a:t> Vision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176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0"/>
                        <a:t>Everyone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787956"/>
                  </a:ext>
                </a:extLst>
              </a:tr>
              <a:tr h="159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16:30 – 17:00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Takeaways Day 1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Everyone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89173"/>
                  </a:ext>
                </a:extLst>
              </a:tr>
              <a:tr h="159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</a:t>
                      </a:r>
                      <a:r>
                        <a:rPr lang="de-CH" sz="6000" b="1"/>
                        <a:t>9</a:t>
                      </a:r>
                      <a:r>
                        <a:rPr lang="en-CH" sz="6000" b="1"/>
                        <a:t>:00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Dinner </a:t>
                      </a:r>
                      <a:r>
                        <a:rPr lang="de-CH" sz="6000" b="1" err="1"/>
                        <a:t>Together</a:t>
                      </a:r>
                      <a:endParaRPr lang="de-CH" sz="6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Everyone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89053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91F8417E-D249-9F95-D285-8C2A1B8BBAB4}"/>
              </a:ext>
            </a:extLst>
          </p:cNvPr>
          <p:cNvSpPr txBox="1">
            <a:spLocks/>
          </p:cNvSpPr>
          <p:nvPr/>
        </p:nvSpPr>
        <p:spPr bwMode="auto">
          <a:xfrm>
            <a:off x="3570062" y="4999560"/>
            <a:ext cx="21316427" cy="102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accent1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5pPr>
            <a:lvl6pPr marL="2087941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6pPr>
            <a:lvl7pPr marL="4175882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7pPr>
            <a:lvl8pPr marL="6263823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8pPr>
            <a:lvl9pPr marL="8351764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algn="l"/>
            <a:r>
              <a:rPr lang="de-AT" sz="7200" dirty="0"/>
              <a:t>DAY 1 - 27.01.2026</a:t>
            </a:r>
            <a:endParaRPr lang="en-US" sz="7200" dirty="0"/>
          </a:p>
        </p:txBody>
      </p:sp>
      <p:sp>
        <p:nvSpPr>
          <p:cNvPr id="15" name="Ellipse 53">
            <a:extLst>
              <a:ext uri="{FF2B5EF4-FFF2-40B4-BE49-F238E27FC236}">
                <a16:creationId xmlns:a16="http://schemas.microsoft.com/office/drawing/2014/main" id="{3527361D-956C-14CB-C9ED-5946197CF97F}"/>
              </a:ext>
            </a:extLst>
          </p:cNvPr>
          <p:cNvSpPr>
            <a:spLocks/>
          </p:cNvSpPr>
          <p:nvPr/>
        </p:nvSpPr>
        <p:spPr bwMode="gray">
          <a:xfrm>
            <a:off x="1484559" y="20736938"/>
            <a:ext cx="1736309" cy="17352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709DC1"/>
            </a:solidFill>
            <a:prstDash val="solid"/>
          </a:ln>
          <a:effectLst>
            <a:outerShdw blurRad="3556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9602" b="1" spc="-2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pic>
        <p:nvPicPr>
          <p:cNvPr id="17" name="Grafik 16" descr="Blaupause mit einfarbiger Füllung">
            <a:extLst>
              <a:ext uri="{FF2B5EF4-FFF2-40B4-BE49-F238E27FC236}">
                <a16:creationId xmlns:a16="http://schemas.microsoft.com/office/drawing/2014/main" id="{02E28EFF-7234-B3DE-B25F-F79A754C1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2768" y="20988186"/>
            <a:ext cx="1251687" cy="1251687"/>
          </a:xfrm>
          <a:prstGeom prst="rect">
            <a:avLst/>
          </a:prstGeom>
        </p:spPr>
      </p:pic>
      <p:graphicFrame>
        <p:nvGraphicFramePr>
          <p:cNvPr id="18" name="Tabelle 22">
            <a:extLst>
              <a:ext uri="{FF2B5EF4-FFF2-40B4-BE49-F238E27FC236}">
                <a16:creationId xmlns:a16="http://schemas.microsoft.com/office/drawing/2014/main" id="{7ED0280B-ABC2-5442-0A38-5D8C1E664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341857"/>
              </p:ext>
            </p:extLst>
          </p:nvPr>
        </p:nvGraphicFramePr>
        <p:xfrm>
          <a:off x="3349647" y="22644874"/>
          <a:ext cx="24284871" cy="180197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84375">
                  <a:extLst>
                    <a:ext uri="{9D8B030D-6E8A-4147-A177-3AD203B41FA5}">
                      <a16:colId xmlns:a16="http://schemas.microsoft.com/office/drawing/2014/main" val="2005240988"/>
                    </a:ext>
                  </a:extLst>
                </a:gridCol>
                <a:gridCol w="11779624">
                  <a:extLst>
                    <a:ext uri="{9D8B030D-6E8A-4147-A177-3AD203B41FA5}">
                      <a16:colId xmlns:a16="http://schemas.microsoft.com/office/drawing/2014/main" val="2641686780"/>
                    </a:ext>
                  </a:extLst>
                </a:gridCol>
                <a:gridCol w="5620872">
                  <a:extLst>
                    <a:ext uri="{9D8B030D-6E8A-4147-A177-3AD203B41FA5}">
                      <a16:colId xmlns:a16="http://schemas.microsoft.com/office/drawing/2014/main" val="3968369696"/>
                    </a:ext>
                  </a:extLst>
                </a:gridCol>
              </a:tblGrid>
              <a:tr h="1424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Time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Topic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/>
                        <a:t>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099018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09:00 – 09:15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Check-in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/>
                        <a:t>FehrAdvice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140655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09:15 – 10:45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 b="1"/>
                        <a:t>‘How We Work’</a:t>
                      </a:r>
                      <a:endParaRPr lang="en-GB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Everyone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540182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10:45 – 11:00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Break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H" sz="6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703808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11:00 – 12:00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Customer Case Simulations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Everyone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231241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12:00 – 13:30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Lunch Break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H" sz="6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787956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13:30 – 14:00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Roadmap 2026 &amp; Next Steps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Roland &amp; Thomas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89173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14:00 – 14:30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Commitment Session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Everyone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89053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14:30 – 15:00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Wrap-up &amp; Reflection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6000"/>
                        <a:t>FehrAdvice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246847"/>
                  </a:ext>
                </a:extLst>
              </a:tr>
              <a:tr h="183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6000" b="1"/>
                        <a:t>16:00</a:t>
                      </a:r>
                      <a:endParaRPr lang="en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6000" b="1"/>
                        <a:t>End / Departure</a:t>
                      </a:r>
                      <a:endParaRPr lang="de-CH" sz="6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H" sz="6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40935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74C4DFB3-E342-E5CC-7058-EB08A470BAD0}"/>
              </a:ext>
            </a:extLst>
          </p:cNvPr>
          <p:cNvSpPr txBox="1">
            <a:spLocks/>
          </p:cNvSpPr>
          <p:nvPr/>
        </p:nvSpPr>
        <p:spPr bwMode="auto">
          <a:xfrm>
            <a:off x="3778271" y="21100178"/>
            <a:ext cx="21316427" cy="102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accent1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5pPr>
            <a:lvl6pPr marL="2087941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6pPr>
            <a:lvl7pPr marL="4175882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7pPr>
            <a:lvl8pPr marL="6263823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8pPr>
            <a:lvl9pPr marL="8351764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algn="l"/>
            <a:r>
              <a:rPr lang="de-AT" sz="7200" dirty="0"/>
              <a:t>DAY 2 - 28.01.2026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16290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DECC-5ECC-82C1-7491-29314842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7D9E3B4-868A-848B-9877-CB83D1723CC7}"/>
              </a:ext>
            </a:extLst>
          </p:cNvPr>
          <p:cNvCxnSpPr/>
          <p:nvPr/>
        </p:nvCxnSpPr>
        <p:spPr>
          <a:xfrm>
            <a:off x="46268640" y="16868501"/>
            <a:ext cx="914400" cy="91440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AA1020EF-0479-8E9A-D678-369EC4DDE9C9}"/>
              </a:ext>
            </a:extLst>
          </p:cNvPr>
          <p:cNvSpPr txBox="1"/>
          <p:nvPr/>
        </p:nvSpPr>
        <p:spPr>
          <a:xfrm>
            <a:off x="3131913" y="4046430"/>
            <a:ext cx="22175452" cy="8159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1. </a:t>
            </a:r>
            <a:r>
              <a:rPr lang="de-CH" sz="5302" b="1" i="1" spc="-20" err="1">
                <a:solidFill>
                  <a:schemeClr val="accent1"/>
                </a:solidFill>
                <a:cs typeface="Arial" pitchFamily="34" charset="0"/>
              </a:rPr>
              <a:t>Strength</a:t>
            </a: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de-CH" sz="5302" b="1" i="1" spc="-20" err="1">
                <a:solidFill>
                  <a:schemeClr val="accent1"/>
                </a:solidFill>
                <a:cs typeface="Arial" pitchFamily="34" charset="0"/>
              </a:rPr>
              <a:t>of</a:t>
            </a: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 Sales Setup</a:t>
            </a:r>
            <a:endParaRPr lang="de-DE" sz="4800" i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ABBD2E9-0FEA-3E9F-BA71-ED576D8028EA}"/>
              </a:ext>
            </a:extLst>
          </p:cNvPr>
          <p:cNvSpPr/>
          <p:nvPr/>
        </p:nvSpPr>
        <p:spPr bwMode="gray">
          <a:xfrm>
            <a:off x="1285875" y="5625851"/>
            <a:ext cx="27705050" cy="4813549"/>
          </a:xfrm>
          <a:prstGeom prst="rect">
            <a:avLst/>
          </a:prstGeom>
          <a:noFill/>
          <a:ln w="76200">
            <a:solidFill>
              <a:srgbClr val="709DC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68" indent="-571568" algn="ctr">
              <a:buFont typeface="Wingdings" pitchFamily="2" charset="2"/>
              <a:buChar char="ü"/>
            </a:pPr>
            <a:endParaRPr lang="de-DE" sz="4000" b="1" spc="-20" err="1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pic>
        <p:nvPicPr>
          <p:cNvPr id="85" name="Picture 58">
            <a:extLst>
              <a:ext uri="{FF2B5EF4-FFF2-40B4-BE49-F238E27FC236}">
                <a16:creationId xmlns:a16="http://schemas.microsoft.com/office/drawing/2014/main" id="{D22B40CB-C34D-B67A-C651-24CD2671067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0100" y="3893469"/>
            <a:ext cx="1121852" cy="1121852"/>
          </a:xfrm>
          <a:prstGeom prst="rect">
            <a:avLst/>
          </a:prstGeom>
        </p:spPr>
      </p:pic>
      <p:sp>
        <p:nvSpPr>
          <p:cNvPr id="92" name="Titel 1">
            <a:extLst>
              <a:ext uri="{FF2B5EF4-FFF2-40B4-BE49-F238E27FC236}">
                <a16:creationId xmlns:a16="http://schemas.microsoft.com/office/drawing/2014/main" id="{5961A4A6-D0D4-3F73-C140-8FCA6651CBE8}"/>
              </a:ext>
            </a:extLst>
          </p:cNvPr>
          <p:cNvSpPr txBox="1">
            <a:spLocks/>
          </p:cNvSpPr>
          <p:nvPr/>
        </p:nvSpPr>
        <p:spPr bwMode="auto">
          <a:xfrm>
            <a:off x="5257277" y="2536679"/>
            <a:ext cx="19200587" cy="101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accent1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5pPr>
            <a:lvl6pPr marL="2087941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6pPr>
            <a:lvl7pPr marL="4175882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7pPr>
            <a:lvl8pPr marL="6263823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8pPr>
            <a:lvl9pPr marL="8351764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de-DE" sz="6001" kern="0" dirty="0" err="1">
                <a:latin typeface="Arial" panose="020B0604020202020204" pitchFamily="34" charset="0"/>
                <a:cs typeface="Arial" panose="020B0604020202020204" pitchFamily="34" charset="0"/>
              </a:rPr>
              <a:t>Synchronization</a:t>
            </a:r>
            <a:r>
              <a:rPr lang="de-DE" sz="6001" kern="0" dirty="0">
                <a:latin typeface="Arial" panose="020B0604020202020204" pitchFamily="34" charset="0"/>
                <a:cs typeface="Arial" panose="020B0604020202020204" pitchFamily="34" charset="0"/>
              </a:rPr>
              <a:t> - Voices</a:t>
            </a:r>
            <a:endParaRPr lang="de-CH" sz="6001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C562D8B-D5AA-1410-CE48-28783C7D23B5}"/>
              </a:ext>
            </a:extLst>
          </p:cNvPr>
          <p:cNvSpPr txBox="1"/>
          <p:nvPr/>
        </p:nvSpPr>
        <p:spPr>
          <a:xfrm>
            <a:off x="3131913" y="11389931"/>
            <a:ext cx="22175452" cy="8159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2. Sources </a:t>
            </a:r>
            <a:r>
              <a:rPr lang="de-CH" sz="5302" b="1" i="1" spc="-20" err="1">
                <a:solidFill>
                  <a:schemeClr val="accent1"/>
                </a:solidFill>
                <a:cs typeface="Arial" pitchFamily="34" charset="0"/>
              </a:rPr>
              <a:t>of</a:t>
            </a: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de-CH" sz="5302" b="1" i="1" spc="-20" err="1">
                <a:solidFill>
                  <a:schemeClr val="accent1"/>
                </a:solidFill>
                <a:cs typeface="Arial" pitchFamily="34" charset="0"/>
              </a:rPr>
              <a:t>Inefficiency</a:t>
            </a:r>
            <a:endParaRPr lang="de-DE" sz="4800" i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817CDD4-0B86-A36E-771E-1520A16517CF}"/>
              </a:ext>
            </a:extLst>
          </p:cNvPr>
          <p:cNvSpPr/>
          <p:nvPr/>
        </p:nvSpPr>
        <p:spPr bwMode="gray">
          <a:xfrm>
            <a:off x="1285875" y="12969352"/>
            <a:ext cx="27705050" cy="4813549"/>
          </a:xfrm>
          <a:prstGeom prst="rect">
            <a:avLst/>
          </a:prstGeom>
          <a:noFill/>
          <a:ln w="76200">
            <a:solidFill>
              <a:srgbClr val="709DC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68" indent="-571568" algn="ctr">
              <a:buFont typeface="Wingdings" pitchFamily="2" charset="2"/>
              <a:buChar char="ü"/>
            </a:pPr>
            <a:endParaRPr lang="de-DE" sz="4000" b="1" spc="-20" err="1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pic>
        <p:nvPicPr>
          <p:cNvPr id="26" name="Picture 58">
            <a:extLst>
              <a:ext uri="{FF2B5EF4-FFF2-40B4-BE49-F238E27FC236}">
                <a16:creationId xmlns:a16="http://schemas.microsoft.com/office/drawing/2014/main" id="{884B3CD6-F6B1-352A-9635-0BDC5296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0100" y="11236970"/>
            <a:ext cx="1121852" cy="1121852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215CAEAE-84DE-C29E-161F-E6670CF7FA7C}"/>
              </a:ext>
            </a:extLst>
          </p:cNvPr>
          <p:cNvSpPr txBox="1"/>
          <p:nvPr/>
        </p:nvSpPr>
        <p:spPr>
          <a:xfrm>
            <a:off x="3131913" y="18733432"/>
            <a:ext cx="22175452" cy="8159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3. Great </a:t>
            </a:r>
            <a:r>
              <a:rPr lang="de-CH" sz="5302" b="1" i="1" spc="-20" err="1">
                <a:solidFill>
                  <a:schemeClr val="accent1"/>
                </a:solidFill>
                <a:cs typeface="Arial" pitchFamily="34" charset="0"/>
              </a:rPr>
              <a:t>Collaboration</a:t>
            </a:r>
            <a:endParaRPr lang="de-DE" sz="4800" i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AB28E61-8144-63DF-A0AC-1444CF2FDF4E}"/>
              </a:ext>
            </a:extLst>
          </p:cNvPr>
          <p:cNvSpPr/>
          <p:nvPr/>
        </p:nvSpPr>
        <p:spPr bwMode="gray">
          <a:xfrm>
            <a:off x="1285875" y="20312853"/>
            <a:ext cx="27705050" cy="4813549"/>
          </a:xfrm>
          <a:prstGeom prst="rect">
            <a:avLst/>
          </a:prstGeom>
          <a:noFill/>
          <a:ln w="76200">
            <a:solidFill>
              <a:srgbClr val="709DC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68" indent="-571568" algn="ctr">
              <a:buFont typeface="Wingdings" pitchFamily="2" charset="2"/>
              <a:buChar char="ü"/>
            </a:pPr>
            <a:endParaRPr lang="de-DE" sz="4000" b="1" spc="-20" err="1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pic>
        <p:nvPicPr>
          <p:cNvPr id="30" name="Picture 58">
            <a:extLst>
              <a:ext uri="{FF2B5EF4-FFF2-40B4-BE49-F238E27FC236}">
                <a16:creationId xmlns:a16="http://schemas.microsoft.com/office/drawing/2014/main" id="{6D6D825C-2266-AA1F-489B-22BDA04FB81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0100" y="18580471"/>
            <a:ext cx="1121852" cy="1121852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E780292A-ACA5-4F6A-8E97-954163E43F1C}"/>
              </a:ext>
            </a:extLst>
          </p:cNvPr>
          <p:cNvSpPr txBox="1"/>
          <p:nvPr/>
        </p:nvSpPr>
        <p:spPr>
          <a:xfrm>
            <a:off x="3131913" y="25889893"/>
            <a:ext cx="22175452" cy="8159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4. Customers / Market Segments Growth Potential</a:t>
            </a:r>
            <a:endParaRPr lang="de-DE" sz="4800" i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85F97C8-F505-363F-7591-AD19D5C211E3}"/>
              </a:ext>
            </a:extLst>
          </p:cNvPr>
          <p:cNvSpPr/>
          <p:nvPr/>
        </p:nvSpPr>
        <p:spPr bwMode="gray">
          <a:xfrm>
            <a:off x="1285875" y="27469314"/>
            <a:ext cx="27705050" cy="4813549"/>
          </a:xfrm>
          <a:prstGeom prst="rect">
            <a:avLst/>
          </a:prstGeom>
          <a:noFill/>
          <a:ln w="76200">
            <a:solidFill>
              <a:srgbClr val="709DC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68" indent="-571568" algn="ctr">
              <a:buFont typeface="Wingdings" pitchFamily="2" charset="2"/>
              <a:buChar char="ü"/>
            </a:pPr>
            <a:endParaRPr lang="de-DE" sz="4000" b="1" spc="-20" err="1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pic>
        <p:nvPicPr>
          <p:cNvPr id="39" name="Picture 58">
            <a:extLst>
              <a:ext uri="{FF2B5EF4-FFF2-40B4-BE49-F238E27FC236}">
                <a16:creationId xmlns:a16="http://schemas.microsoft.com/office/drawing/2014/main" id="{54704BBD-1699-42EB-5ADC-3AE8D005FEA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0100" y="25736932"/>
            <a:ext cx="1121852" cy="112185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19C1EBE2-7E60-0BA2-2506-D78818D6848A}"/>
              </a:ext>
            </a:extLst>
          </p:cNvPr>
          <p:cNvSpPr txBox="1"/>
          <p:nvPr/>
        </p:nvSpPr>
        <p:spPr>
          <a:xfrm>
            <a:off x="3131913" y="33199316"/>
            <a:ext cx="22175452" cy="81592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5. </a:t>
            </a:r>
            <a:r>
              <a:rPr lang="de-CH" sz="5302" b="1" i="1" spc="-20" err="1">
                <a:solidFill>
                  <a:schemeClr val="accent1"/>
                </a:solidFill>
                <a:cs typeface="Arial" pitchFamily="34" charset="0"/>
              </a:rPr>
              <a:t>Requirements</a:t>
            </a: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de-CH" sz="5302" b="1" i="1" spc="-20" err="1">
                <a:solidFill>
                  <a:schemeClr val="accent1"/>
                </a:solidFill>
                <a:cs typeface="Arial" pitchFamily="34" charset="0"/>
              </a:rPr>
              <a:t>to</a:t>
            </a: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de-CH" sz="5302" b="1" i="1" spc="-20" err="1">
                <a:solidFill>
                  <a:schemeClr val="accent1"/>
                </a:solidFill>
                <a:cs typeface="Arial" pitchFamily="34" charset="0"/>
              </a:rPr>
              <a:t>Make</a:t>
            </a:r>
            <a:r>
              <a:rPr lang="de-CH" sz="5302" b="1" i="1" spc="-20">
                <a:solidFill>
                  <a:schemeClr val="accent1"/>
                </a:solidFill>
                <a:cs typeface="Arial" pitchFamily="34" charset="0"/>
              </a:rPr>
              <a:t> Growth Possible</a:t>
            </a:r>
            <a:endParaRPr lang="de-DE" sz="4800" i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A3CA278A-CA13-48E3-81DB-FC7AA076DDA9}"/>
              </a:ext>
            </a:extLst>
          </p:cNvPr>
          <p:cNvSpPr/>
          <p:nvPr/>
        </p:nvSpPr>
        <p:spPr bwMode="gray">
          <a:xfrm>
            <a:off x="1285875" y="34778737"/>
            <a:ext cx="27705050" cy="4813549"/>
          </a:xfrm>
          <a:prstGeom prst="rect">
            <a:avLst/>
          </a:prstGeom>
          <a:noFill/>
          <a:ln w="76200">
            <a:solidFill>
              <a:srgbClr val="709DC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68" indent="-571568" algn="ctr">
              <a:buFont typeface="Wingdings" pitchFamily="2" charset="2"/>
              <a:buChar char="ü"/>
            </a:pPr>
            <a:endParaRPr lang="de-DE" sz="4000" b="1" spc="-20" err="1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pic>
        <p:nvPicPr>
          <p:cNvPr id="42" name="Picture 58">
            <a:extLst>
              <a:ext uri="{FF2B5EF4-FFF2-40B4-BE49-F238E27FC236}">
                <a16:creationId xmlns:a16="http://schemas.microsoft.com/office/drawing/2014/main" id="{59A714DD-17F6-AFA6-79AA-03F2DF4C4B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0100" y="33046355"/>
            <a:ext cx="1121852" cy="112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2319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AF89-57F1-77EB-537F-ABAB0314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2000557-7A2A-4C69-8C31-ED968D8A2611}"/>
              </a:ext>
            </a:extLst>
          </p:cNvPr>
          <p:cNvCxnSpPr/>
          <p:nvPr/>
        </p:nvCxnSpPr>
        <p:spPr>
          <a:xfrm>
            <a:off x="46268640" y="16868501"/>
            <a:ext cx="914400" cy="91440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46E8DC3-F42D-1437-243A-2C3D534DA95D}"/>
              </a:ext>
            </a:extLst>
          </p:cNvPr>
          <p:cNvGrpSpPr/>
          <p:nvPr/>
        </p:nvGrpSpPr>
        <p:grpSpPr>
          <a:xfrm>
            <a:off x="1285875" y="3893469"/>
            <a:ext cx="27705050" cy="10732381"/>
            <a:chOff x="1285875" y="3893469"/>
            <a:chExt cx="27705050" cy="10732381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77960146-C1FB-E4FF-57F4-6E47E5C85F00}"/>
                </a:ext>
              </a:extLst>
            </p:cNvPr>
            <p:cNvSpPr txBox="1"/>
            <p:nvPr/>
          </p:nvSpPr>
          <p:spPr>
            <a:xfrm>
              <a:off x="3131913" y="4046430"/>
              <a:ext cx="22175452" cy="81592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1.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What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were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your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one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or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two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most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important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insights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from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today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?</a:t>
              </a:r>
              <a:endParaRPr lang="de-DE" sz="4800" i="1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E312A2DF-2731-B0EA-DCB3-2676DDAF2D16}"/>
                </a:ext>
              </a:extLst>
            </p:cNvPr>
            <p:cNvSpPr/>
            <p:nvPr/>
          </p:nvSpPr>
          <p:spPr bwMode="gray">
            <a:xfrm>
              <a:off x="1285875" y="5625850"/>
              <a:ext cx="27705050" cy="9000000"/>
            </a:xfrm>
            <a:prstGeom prst="rect">
              <a:avLst/>
            </a:prstGeom>
            <a:noFill/>
            <a:ln w="76200">
              <a:solidFill>
                <a:srgbClr val="709DC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71568" indent="-571568" algn="ctr">
                <a:buFont typeface="Wingdings" pitchFamily="2" charset="2"/>
                <a:buChar char="ü"/>
              </a:pPr>
              <a:endParaRPr lang="de-DE" sz="4000" b="1" spc="-2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endParaRPr>
            </a:p>
          </p:txBody>
        </p:sp>
        <p:pic>
          <p:nvPicPr>
            <p:cNvPr id="85" name="Picture 58">
              <a:extLst>
                <a:ext uri="{FF2B5EF4-FFF2-40B4-BE49-F238E27FC236}">
                  <a16:creationId xmlns:a16="http://schemas.microsoft.com/office/drawing/2014/main" id="{3A64965C-5F3F-367C-55AF-38FEC6BF4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00100" y="3893469"/>
              <a:ext cx="1121852" cy="1121852"/>
            </a:xfrm>
            <a:prstGeom prst="rect">
              <a:avLst/>
            </a:prstGeom>
          </p:spPr>
        </p:pic>
      </p:grpSp>
      <p:sp>
        <p:nvSpPr>
          <p:cNvPr id="92" name="Titel 1">
            <a:extLst>
              <a:ext uri="{FF2B5EF4-FFF2-40B4-BE49-F238E27FC236}">
                <a16:creationId xmlns:a16="http://schemas.microsoft.com/office/drawing/2014/main" id="{A4F26501-4BD1-142C-2782-828D5B0B3DA7}"/>
              </a:ext>
            </a:extLst>
          </p:cNvPr>
          <p:cNvSpPr txBox="1">
            <a:spLocks/>
          </p:cNvSpPr>
          <p:nvPr/>
        </p:nvSpPr>
        <p:spPr bwMode="auto">
          <a:xfrm>
            <a:off x="5257277" y="2536679"/>
            <a:ext cx="19200587" cy="101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accent1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Times New Roman" pitchFamily="18" charset="0"/>
                <a:ea typeface="ＭＳ Ｐゴシック" pitchFamily="34" charset="-128"/>
                <a:cs typeface="ＭＳ Ｐゴシック" charset="0"/>
              </a:defRPr>
            </a:lvl5pPr>
            <a:lvl6pPr marL="2087941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6pPr>
            <a:lvl7pPr marL="4175882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7pPr>
            <a:lvl8pPr marL="6263823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8pPr>
            <a:lvl9pPr marL="8351764" algn="l" rtl="0" eaLnBrk="1" fontAlgn="base" hangingPunct="1">
              <a:spcBef>
                <a:spcPct val="0"/>
              </a:spcBef>
              <a:spcAft>
                <a:spcPct val="0"/>
              </a:spcAft>
              <a:defRPr sz="6400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de-DE" sz="6001" kern="0" dirty="0">
                <a:latin typeface="Arial" panose="020B0604020202020204" pitchFamily="34" charset="0"/>
                <a:cs typeface="Arial" panose="020B0604020202020204" pitchFamily="34" charset="0"/>
              </a:rPr>
              <a:t>Take </a:t>
            </a:r>
            <a:r>
              <a:rPr lang="de-DE" sz="6001" kern="0" dirty="0" err="1">
                <a:latin typeface="Arial" panose="020B0604020202020204" pitchFamily="34" charset="0"/>
                <a:cs typeface="Arial" panose="020B0604020202020204" pitchFamily="34" charset="0"/>
              </a:rPr>
              <a:t>Aways</a:t>
            </a:r>
            <a:r>
              <a:rPr lang="de-DE" sz="6001" kern="0" dirty="0">
                <a:latin typeface="Arial" panose="020B0604020202020204" pitchFamily="34" charset="0"/>
                <a:cs typeface="Arial" panose="020B0604020202020204" pitchFamily="34" charset="0"/>
              </a:rPr>
              <a:t> DAY 1</a:t>
            </a:r>
            <a:endParaRPr lang="de-CH" sz="6001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5A19900-9E9C-C322-646D-0449B8EBEAAC}"/>
              </a:ext>
            </a:extLst>
          </p:cNvPr>
          <p:cNvGrpSpPr/>
          <p:nvPr/>
        </p:nvGrpSpPr>
        <p:grpSpPr>
          <a:xfrm>
            <a:off x="1285875" y="16658839"/>
            <a:ext cx="27705050" cy="10950895"/>
            <a:chOff x="1285875" y="16247681"/>
            <a:chExt cx="27705050" cy="10950895"/>
          </a:xfrm>
        </p:grpSpPr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79DB1A30-36DB-DC27-3428-116D9E9EFE9C}"/>
                </a:ext>
              </a:extLst>
            </p:cNvPr>
            <p:cNvSpPr txBox="1"/>
            <p:nvPr/>
          </p:nvSpPr>
          <p:spPr>
            <a:xfrm>
              <a:off x="3131913" y="16247681"/>
              <a:ext cx="22175452" cy="163185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2. How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did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you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experience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the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collaboration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and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discussions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today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? Can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we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improve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something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for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tomorrow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?</a:t>
              </a:r>
              <a:endParaRPr lang="de-DE" sz="4800" i="1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3B6EBD0-E43C-CD9E-900A-404F6A023547}"/>
                </a:ext>
              </a:extLst>
            </p:cNvPr>
            <p:cNvSpPr/>
            <p:nvPr/>
          </p:nvSpPr>
          <p:spPr bwMode="gray">
            <a:xfrm>
              <a:off x="1285875" y="18198576"/>
              <a:ext cx="27705050" cy="9000000"/>
            </a:xfrm>
            <a:prstGeom prst="rect">
              <a:avLst/>
            </a:prstGeom>
            <a:noFill/>
            <a:ln w="76200">
              <a:solidFill>
                <a:srgbClr val="709DC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71568" indent="-571568" algn="ctr">
                <a:buFont typeface="Wingdings" pitchFamily="2" charset="2"/>
                <a:buChar char="ü"/>
              </a:pPr>
              <a:endParaRPr lang="de-DE" sz="4000" b="1" spc="-2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endParaRPr>
            </a:p>
          </p:txBody>
        </p:sp>
        <p:pic>
          <p:nvPicPr>
            <p:cNvPr id="26" name="Picture 58">
              <a:extLst>
                <a:ext uri="{FF2B5EF4-FFF2-40B4-BE49-F238E27FC236}">
                  <a16:creationId xmlns:a16="http://schemas.microsoft.com/office/drawing/2014/main" id="{BA009085-6146-D890-42F8-DB2759A70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00100" y="16466195"/>
              <a:ext cx="1121852" cy="1121852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76FB426-B3B3-36D8-156B-69D3F59DAA25}"/>
              </a:ext>
            </a:extLst>
          </p:cNvPr>
          <p:cNvGrpSpPr/>
          <p:nvPr/>
        </p:nvGrpSpPr>
        <p:grpSpPr>
          <a:xfrm>
            <a:off x="1285875" y="29642723"/>
            <a:ext cx="27705050" cy="10732381"/>
            <a:chOff x="1285875" y="29642723"/>
            <a:chExt cx="27705050" cy="10732381"/>
          </a:xfrm>
        </p:grpSpPr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E2C21370-B999-2E3E-783A-AE009780814B}"/>
                </a:ext>
              </a:extLst>
            </p:cNvPr>
            <p:cNvSpPr txBox="1"/>
            <p:nvPr/>
          </p:nvSpPr>
          <p:spPr>
            <a:xfrm>
              <a:off x="3131913" y="29795684"/>
              <a:ext cx="22175452" cy="81592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3.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What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are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your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expectations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for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 </a:t>
              </a:r>
              <a:r>
                <a:rPr lang="de-CH" sz="5302" b="1" i="1" spc="-20" err="1">
                  <a:solidFill>
                    <a:schemeClr val="accent1"/>
                  </a:solidFill>
                  <a:cs typeface="Arial" pitchFamily="34" charset="0"/>
                </a:rPr>
                <a:t>tomorrow</a:t>
              </a:r>
              <a:r>
                <a:rPr lang="de-CH" sz="5302" b="1" i="1" spc="-20">
                  <a:solidFill>
                    <a:schemeClr val="accent1"/>
                  </a:solidFill>
                  <a:cs typeface="Arial" pitchFamily="34" charset="0"/>
                </a:rPr>
                <a:t>?</a:t>
              </a:r>
              <a:endParaRPr lang="de-DE" sz="4800" i="1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EBE70FFE-9882-D8EA-EDED-F428A08594B2}"/>
                </a:ext>
              </a:extLst>
            </p:cNvPr>
            <p:cNvSpPr/>
            <p:nvPr/>
          </p:nvSpPr>
          <p:spPr bwMode="gray">
            <a:xfrm>
              <a:off x="1285875" y="31375104"/>
              <a:ext cx="27705050" cy="9000000"/>
            </a:xfrm>
            <a:prstGeom prst="rect">
              <a:avLst/>
            </a:prstGeom>
            <a:noFill/>
            <a:ln w="76200">
              <a:solidFill>
                <a:srgbClr val="709DC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71568" indent="-571568" algn="ctr">
                <a:buFont typeface="Wingdings" pitchFamily="2" charset="2"/>
                <a:buChar char="ü"/>
              </a:pPr>
              <a:endParaRPr lang="de-DE" sz="4000" b="1" spc="-20" err="1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endParaRPr>
            </a:p>
          </p:txBody>
        </p:sp>
        <p:pic>
          <p:nvPicPr>
            <p:cNvPr id="30" name="Picture 58">
              <a:extLst>
                <a:ext uri="{FF2B5EF4-FFF2-40B4-BE49-F238E27FC236}">
                  <a16:creationId xmlns:a16="http://schemas.microsoft.com/office/drawing/2014/main" id="{30BA3DF2-56E7-DFC0-9532-E722FCF07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00100" y="29642723"/>
              <a:ext cx="1121852" cy="11218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891044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fehr_advice">
  <a:themeElements>
    <a:clrScheme name="fehr advice">
      <a:dk1>
        <a:srgbClr val="002E54"/>
      </a:dk1>
      <a:lt1>
        <a:sysClr val="window" lastClr="FFFFFF"/>
      </a:lt1>
      <a:dk2>
        <a:srgbClr val="707173"/>
      </a:dk2>
      <a:lt2>
        <a:srgbClr val="F2F2F2"/>
      </a:lt2>
      <a:accent1>
        <a:srgbClr val="002E54"/>
      </a:accent1>
      <a:accent2>
        <a:srgbClr val="335875"/>
      </a:accent2>
      <a:accent3>
        <a:srgbClr val="668298"/>
      </a:accent3>
      <a:accent4>
        <a:srgbClr val="99ABBA"/>
      </a:accent4>
      <a:accent5>
        <a:srgbClr val="CCD5DD"/>
      </a:accent5>
      <a:accent6>
        <a:srgbClr val="707173"/>
      </a:accent6>
      <a:hlink>
        <a:srgbClr val="707173"/>
      </a:hlink>
      <a:folHlink>
        <a:srgbClr val="333333"/>
      </a:folHlink>
    </a:clrScheme>
    <a:fontScheme name="FehrAdv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EBEEF1"/>
        </a:solidFill>
        <a:ln w="9525">
          <a:noFill/>
          <a:prstDash val="solid"/>
        </a:ln>
      </a:spPr>
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4000" b="1" spc="-20" dirty="0" err="1" smtClean="0">
            <a:solidFill>
              <a:schemeClr val="accent1"/>
            </a:solidFill>
            <a:latin typeface="Arial" pitchFamily="34" charset="0"/>
            <a:ea typeface="ＭＳ Ｐゴシック" pitchFamily="34" charset="-128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>
              <a:lumMod val="60000"/>
              <a:lumOff val="40000"/>
            </a:schemeClr>
          </a:solidFill>
          <a:prstDash val="lg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spAutoFit/>
      </a:bodyPr>
      <a:lstStyle>
        <a:defPPr marL="360000" indent="-360000">
          <a:spcBef>
            <a:spcPts val="600"/>
          </a:spcBef>
          <a:buFont typeface="Wingdings" pitchFamily="2" charset="2"/>
          <a:buChar char="§"/>
          <a:defRPr sz="3500" spc="-20" dirty="0" err="1" smtClean="0">
            <a:solidFill>
              <a:schemeClr val="accent1"/>
            </a:solidFill>
            <a:cs typeface="Arial" pitchFamily="34" charset="0"/>
          </a:defRPr>
        </a:defPPr>
      </a:lstStyle>
    </a:txDef>
  </a:objectDefaults>
  <a:extraClrSchemeLst>
    <a:extraClrScheme>
      <a:clrScheme name="fehr_advice 1">
        <a:dk1>
          <a:srgbClr val="000000"/>
        </a:dk1>
        <a:lt1>
          <a:srgbClr val="FFFFFF"/>
        </a:lt1>
        <a:dk2>
          <a:srgbClr val="707173"/>
        </a:dk2>
        <a:lt2>
          <a:srgbClr val="F2F2F2"/>
        </a:lt2>
        <a:accent1>
          <a:srgbClr val="002E54"/>
        </a:accent1>
        <a:accent2>
          <a:srgbClr val="335875"/>
        </a:accent2>
        <a:accent3>
          <a:srgbClr val="FFFFFF"/>
        </a:accent3>
        <a:accent4>
          <a:srgbClr val="000000"/>
        </a:accent4>
        <a:accent5>
          <a:srgbClr val="AAADB3"/>
        </a:accent5>
        <a:accent6>
          <a:srgbClr val="2D4F69"/>
        </a:accent6>
        <a:hlink>
          <a:srgbClr val="707173"/>
        </a:hlink>
        <a:folHlink>
          <a:srgbClr val="3333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Texthinterlegung">
      <a:srgbClr val="EBEEF1"/>
    </a:custClr>
    <a:custClr name="Hinterlegung Diagramme; Tabelle links; Zitate">
      <a:srgbClr val="CFDEEA"/>
    </a:custClr>
    <a:custClr name="Hinterlegung Matrix; Textboxen links">
      <a:srgbClr val="A0BED5"/>
    </a:custClr>
    <a:custClr name="Hervorhebung Text; Tabelle oben">
      <a:srgbClr val="709DC1"/>
    </a:custClr>
    <a:custClr name="Diagrammfarbe 1; Tabelle innen">
      <a:srgbClr val="E0E6EA"/>
    </a:custClr>
    <a:custClr name="Diagrammfarbe 2">
      <a:srgbClr val="C2CDD6"/>
    </a:custClr>
    <a:custClr name="Diagrammfarbe 3">
      <a:srgbClr val="A3B4C1"/>
    </a:custClr>
    <a:custClr name="Diagrammfarbe 4">
      <a:srgbClr val="668298"/>
    </a:custClr>
    <a:custClr name="Textbalken grau">
      <a:srgbClr val="E2E3E3"/>
    </a:custClr>
    <a:custClr name="Kommentar; Hinweis">
      <a:srgbClr val="CCD5DD"/>
    </a:custClr>
  </a:custClrLst>
  <a:extLst>
    <a:ext uri="{05A4C25C-085E-4340-85A3-A5531E510DB2}">
      <thm15:themeFamily xmlns:thm15="http://schemas.microsoft.com/office/thememl/2012/main" name="DBBF_FehrAdvice_A0_hochformat [Schreibgeschützt]" id="{002BED73-C003-4DD3-825A-81514EBCA163}" vid="{FBED6F56-2506-4FFC-8B19-69D5EC8753D7}"/>
    </a:ext>
  </a:ext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6C126C5BEDD3146A456DC58B37541FE" ma:contentTypeVersion="3" ma:contentTypeDescription="Ein neues Dokument erstellen." ma:contentTypeScope="" ma:versionID="b1931b9b94b2564e6a47b85b5d91efe1">
  <xsd:schema xmlns:xsd="http://www.w3.org/2001/XMLSchema" xmlns:xs="http://www.w3.org/2001/XMLSchema" xmlns:p="http://schemas.microsoft.com/office/2006/metadata/properties" xmlns:ns2="d175ab76-aa11-43e3-9cdc-5b6116146fac" targetNamespace="http://schemas.microsoft.com/office/2006/metadata/properties" ma:root="true" ma:fieldsID="04f5df75bbf6f8fc17b7e00bb52e91fa" ns2:_="">
    <xsd:import namespace="d175ab76-aa11-43e3-9cdc-5b6116146f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75ab76-aa11-43e3-9cdc-5b6116146f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55C7D6-B751-4444-9907-32647C75DD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75ab76-aa11-43e3-9cdc-5b6116146f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DFAB7-2E54-4A98-AE6D-5C6ACB02C6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AD7D47-A5F1-4ACB-ADB7-AE471E8BD711}">
  <ds:schemaRefs>
    <ds:schemaRef ds:uri="53ade91c-4c37-491d-b715-2720c2528593"/>
    <ds:schemaRef ds:uri="b4f52fa7-79df-4d80-b110-a897a647721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Macintosh PowerPoint</Application>
  <PresentationFormat>Benutzerdefiniert</PresentationFormat>
  <Paragraphs>66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Wingdings</vt:lpstr>
      <vt:lpstr>1_fehr_advice</vt:lpstr>
      <vt:lpstr>PowerPoint-Präsentation</vt:lpstr>
      <vt:lpstr>PowerPoint-Präsentation</vt:lpstr>
      <vt:lpstr>PowerPoint-Präsentation</vt:lpstr>
    </vt:vector>
  </TitlesOfParts>
  <Manager/>
  <Company>FehrAdvice &amp; Partners AG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Leonie Kummer</dc:creator>
  <cp:keywords/>
  <dc:description/>
  <cp:lastModifiedBy>Alexis Johann</cp:lastModifiedBy>
  <cp:revision>3</cp:revision>
  <cp:lastPrinted>2020-01-24T07:48:23Z</cp:lastPrinted>
  <dcterms:modified xsi:type="dcterms:W3CDTF">2026-01-27T07:59:41Z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0x010100A6C126C5BEDD3146A456DC58B37541FE</vt:lpwstr>
  </property>
  <property fmtid="{D5CDD505-2E9C-101B-9397-08002B2CF9AE}" pid="3" name="Documentstatus">
    <vt:lpwstr/>
  </property>
  <property fmtid="{D5CDD505-2E9C-101B-9397-08002B2CF9AE}" pid="4" name="ecc30bf0e5f749a5b3c265f20611ab6b">
    <vt:lpwstr/>
  </property>
  <property fmtid="{D5CDD505-2E9C-101B-9397-08002B2CF9AE}" pid="5" name="Typ">
    <vt:lpwstr>4;#Output|23576969-78d1-46a8-9499-2a4917e70fff</vt:lpwstr>
  </property>
  <property fmtid="{D5CDD505-2E9C-101B-9397-08002B2CF9AE}" pid="6" name="Projektthema">
    <vt:lpwstr/>
  </property>
  <property fmtid="{D5CDD505-2E9C-101B-9397-08002B2CF9AE}" pid="7" name="Branche">
    <vt:lpwstr/>
  </property>
  <property fmtid="{D5CDD505-2E9C-101B-9397-08002B2CF9AE}" pid="8" name="Status">
    <vt:lpwstr/>
  </property>
  <property fmtid="{D5CDD505-2E9C-101B-9397-08002B2CF9AE}" pid="9" name="Type">
    <vt:lpwstr/>
  </property>
  <property fmtid="{D5CDD505-2E9C-101B-9397-08002B2CF9AE}" pid="10" name="gd097e4f9b1a4b268911ba75e092f132">
    <vt:lpwstr/>
  </property>
  <property fmtid="{D5CDD505-2E9C-101B-9397-08002B2CF9AE}" pid="11" name="Order">
    <vt:r8>919700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ExtendedDescription">
    <vt:lpwstr/>
  </property>
  <property fmtid="{D5CDD505-2E9C-101B-9397-08002B2CF9AE}" pid="15" name="Highlight">
    <vt:lpwstr>No</vt:lpwstr>
  </property>
  <property fmtid="{D5CDD505-2E9C-101B-9397-08002B2CF9AE}" pid="16" name="TriggerFlowInfo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MediaServiceImageTags">
    <vt:lpwstr/>
  </property>
</Properties>
</file>