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762" r:id="rId5"/>
    <p:sldId id="800" r:id="rId6"/>
    <p:sldId id="801" r:id="rId7"/>
    <p:sldId id="344" r:id="rId8"/>
  </p:sldIdLst>
  <p:sldSz cx="9144000" cy="5143500" type="screen16x9"/>
  <p:notesSz cx="7099300" cy="10234613"/>
  <p:custDataLst>
    <p:tags r:id="rId11"/>
  </p:custDataLst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4C136C5-F996-4B00-B784-7DA7F05D7E37}">
          <p14:sldIdLst>
            <p14:sldId id="762"/>
            <p14:sldId id="800"/>
            <p14:sldId id="801"/>
            <p14:sldId id="34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577" autoAdjust="0"/>
  </p:normalViewPr>
  <p:slideViewPr>
    <p:cSldViewPr>
      <p:cViewPr varScale="1">
        <p:scale>
          <a:sx n="71" d="100"/>
          <a:sy n="71" d="100"/>
        </p:scale>
        <p:origin x="116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725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>
            <a:extLst>
              <a:ext uri="{FF2B5EF4-FFF2-40B4-BE49-F238E27FC236}">
                <a16:creationId xmlns:a16="http://schemas.microsoft.com/office/drawing/2014/main" id="{CCDE108C-0740-4D59-A868-489EDA37B2B8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gray">
          <a:xfrm>
            <a:off x="511250" y="703472"/>
            <a:ext cx="2908094" cy="370636"/>
          </a:xfrm>
          <a:prstGeom prst="rect">
            <a:avLst/>
          </a:prstGeom>
        </p:spPr>
        <p:txBody>
          <a:bodyPr vert="horz" lIns="0" tIns="0" rIns="0" bIns="71987" rtlCol="0" anchor="b"/>
          <a:lstStyle>
            <a:lvl1pPr algn="l">
              <a:defRPr sz="600"/>
            </a:lvl1pPr>
          </a:lstStyle>
          <a:p>
            <a:endParaRPr lang="en-GB"/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CF318822-D141-48E2-A18C-1342F66338B4}"/>
              </a:ext>
            </a:extLst>
          </p:cNvPr>
          <p:cNvSpPr>
            <a:spLocks noGrp="1"/>
          </p:cNvSpPr>
          <p:nvPr>
            <p:ph type="dt" idx="1"/>
          </p:nvPr>
        </p:nvSpPr>
        <p:spPr bwMode="gray">
          <a:xfrm>
            <a:off x="3703119" y="703472"/>
            <a:ext cx="2901697" cy="370636"/>
          </a:xfrm>
          <a:prstGeom prst="rect">
            <a:avLst/>
          </a:prstGeom>
        </p:spPr>
        <p:txBody>
          <a:bodyPr vert="horz" lIns="0" tIns="0" rIns="0" bIns="71987" rtlCol="0" anchor="b"/>
          <a:lstStyle>
            <a:lvl1pPr algn="r">
              <a:defRPr sz="600"/>
            </a:lvl1pPr>
          </a:lstStyle>
          <a:p>
            <a:fld id="{FA132550-29B4-4D1A-B5A9-C046257652C4}" type="datetimeFigureOut">
              <a:rPr lang="en-GB" smtClean="0"/>
              <a:pPr/>
              <a:t>05/02/2026</a:t>
            </a:fld>
            <a:endParaRPr lang="en-GB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2F7AD149-25B4-435D-B18A-F47DEF88264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gray">
          <a:xfrm>
            <a:off x="511250" y="9036922"/>
            <a:ext cx="2908094" cy="37063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/>
            </a:lvl1pPr>
          </a:lstStyle>
          <a:p>
            <a:endParaRPr lang="en-GB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7544C6B5-3EBD-4489-BE81-1AE9C3CFDB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gray">
          <a:xfrm>
            <a:off x="3703119" y="9036922"/>
            <a:ext cx="2901697" cy="37063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1"/>
            </a:lvl1pPr>
          </a:lstStyle>
          <a:p>
            <a:fld id="{3CA3BB57-E9BD-4315-B19F-606B66B7A05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96614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2" pos="314" userDrawn="1">
          <p15:clr>
            <a:srgbClr val="F26B43"/>
          </p15:clr>
        </p15:guide>
        <p15:guide id="3" orient="horz" pos="68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638921" y="346460"/>
            <a:ext cx="2780424" cy="370636"/>
          </a:xfrm>
          <a:prstGeom prst="rect">
            <a:avLst/>
          </a:prstGeom>
        </p:spPr>
        <p:txBody>
          <a:bodyPr vert="horz" lIns="0" tIns="0" rIns="0" bIns="71987" rtlCol="0" anchor="b"/>
          <a:lstStyle>
            <a:lvl1pPr algn="l">
              <a:defRPr sz="6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650729" y="346460"/>
            <a:ext cx="3180423" cy="370636"/>
          </a:xfrm>
          <a:prstGeom prst="rect">
            <a:avLst/>
          </a:prstGeom>
        </p:spPr>
        <p:txBody>
          <a:bodyPr vert="horz" lIns="0" tIns="0" rIns="0" bIns="71987" rtlCol="0" anchor="b"/>
          <a:lstStyle>
            <a:lvl1pPr algn="r">
              <a:defRPr sz="600"/>
            </a:lvl1pPr>
          </a:lstStyle>
          <a:p>
            <a:fld id="{FA132550-29B4-4D1A-B5A9-C046257652C4}" type="datetimeFigureOut">
              <a:rPr lang="en-GB" smtClean="0"/>
              <a:pPr/>
              <a:t>05/02/2026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638921" y="982365"/>
            <a:ext cx="6192977" cy="348304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06" tIns="47303" rIns="94606" bIns="4730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38921" y="4885795"/>
            <a:ext cx="6192977" cy="432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638921" y="9533575"/>
            <a:ext cx="2780424" cy="37063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3650729" y="9533575"/>
            <a:ext cx="3180423" cy="37063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1"/>
            </a:lvl1pPr>
          </a:lstStyle>
          <a:p>
            <a:fld id="{3CA3BB57-E9BD-4315-B19F-606B66B7A05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692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sz="1200" b="0" kern="1200">
        <a:solidFill>
          <a:srgbClr val="2793C9"/>
        </a:solidFill>
        <a:latin typeface="+mn-lt"/>
        <a:ea typeface="+mn-ea"/>
        <a:cs typeface="+mn-cs"/>
      </a:defRPr>
    </a:lvl2pPr>
    <a:lvl3pPr marL="180000" indent="-18000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lnSpc>
        <a:spcPct val="100000"/>
      </a:lnSpc>
      <a:spcBef>
        <a:spcPts val="0"/>
      </a:spcBef>
      <a:spcAft>
        <a:spcPts val="300"/>
      </a:spcAft>
      <a:buFont typeface="Arial" panose="020B0604020202020204" pitchFamily="34" charset="0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0000" indent="-18000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buFont typeface="+mj-lt"/>
      <a:buAutoNum type="arabicPeriod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360000" indent="-18000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buFont typeface="+mj-lt"/>
      <a:buAutoNum type="alphaLcPeriod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sz="1400" b="0" i="0" kern="1200">
        <a:solidFill>
          <a:schemeClr val="tx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sz="1400" b="0" i="0" kern="1200">
        <a:solidFill>
          <a:srgbClr val="2793C9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sz="6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2" pos="402" userDrawn="1">
          <p15:clr>
            <a:srgbClr val="F26B43"/>
          </p15:clr>
        </p15:guide>
        <p15:guide id="3" pos="4303" userDrawn="1">
          <p15:clr>
            <a:srgbClr val="F26B43"/>
          </p15:clr>
        </p15:guide>
        <p15:guide id="4" orient="horz" pos="3069" userDrawn="1">
          <p15:clr>
            <a:srgbClr val="F26B43"/>
          </p15:clr>
        </p15:guide>
        <p15:guide id="5" orient="horz" pos="2819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39763" y="982663"/>
            <a:ext cx="6191250" cy="3482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Work Safely</a:t>
            </a:r>
          </a:p>
          <a:p>
            <a:r>
              <a:rPr lang="en-US" dirty="0"/>
              <a:t>Put Safety First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3BB57-E9BD-4315-B19F-606B66B7A050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7619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39763" y="982663"/>
            <a:ext cx="6191250" cy="3482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3BB57-E9BD-4315-B19F-606B66B7A050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154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39763" y="982663"/>
            <a:ext cx="6191250" cy="3482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3BB57-E9BD-4315-B19F-606B66B7A050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926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0EA213C-2843-91F6-E3AF-35603FAC9B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9153697" y="1642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213C827-7694-566B-641F-E1C13C4AB189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9153697" y="1642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9677F91C-7198-40F5-B7D4-BE104E865795}" type="datetime1">
              <a:rPr lang="en-GB" smtClean="0"/>
              <a:t>05/02/2026</a:t>
            </a:fld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AD71B3D-F878-553F-967A-E1CC402AF52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9153697" y="1642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A0998A37-7DA0-4797-BE0F-1407C577BB96}" type="slidenum">
              <a:rPr lang="en-GB" smtClean="0"/>
              <a:pPr/>
              <a:t>‹#›</a:t>
            </a:fld>
            <a:r>
              <a:rPr lang="en-GB"/>
              <a:t> </a:t>
            </a:r>
            <a:endParaRPr lang="en-GB" noProof="0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C8B13399-3A21-4835-B99B-15994FE708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lIns="4032000" tIns="792000" rIns="0" bIns="0" anchor="t">
            <a:noAutofit/>
          </a:bodyPr>
          <a:lstStyle>
            <a:lvl1pPr marL="0" indent="0" algn="l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  <a:br>
              <a:rPr lang="en-GB" noProof="0"/>
            </a:br>
            <a:endParaRPr lang="en-GB" noProof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F93FAB7-4EDF-3A23-CE07-DD747EB86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32001" y="771525"/>
            <a:ext cx="3239888" cy="4140225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2514600" ty="234950" sx="100000" sy="100000" flip="none" algn="b"/>
          </a:blipFill>
        </p:spPr>
        <p:txBody>
          <a:bodyPr lIns="180000" tIns="180000" rIns="180000" bIns="1980000" anchor="b">
            <a:noAutofit/>
          </a:bodyPr>
          <a:lstStyle>
            <a:lvl1pPr algn="ctr">
              <a:lnSpc>
                <a:spcPct val="90000"/>
              </a:lnSpc>
              <a:defRPr sz="2800" b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5pPr>
            <a:lvl6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6pPr>
            <a:lvl7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7pPr>
            <a:lvl8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8pPr>
            <a:lvl9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Title of your presentation</a:t>
            </a:r>
          </a:p>
        </p:txBody>
      </p:sp>
      <p:sp>
        <p:nvSpPr>
          <p:cNvPr id="24" name="Rechteck 2">
            <a:extLst>
              <a:ext uri="{FF2B5EF4-FFF2-40B4-BE49-F238E27FC236}">
                <a16:creationId xmlns:a16="http://schemas.microsoft.com/office/drawing/2014/main" id="{CC614957-67D7-5141-F905-BF681FB46AF7}"/>
              </a:ext>
            </a:extLst>
          </p:cNvPr>
          <p:cNvSpPr/>
          <p:nvPr userDrawn="1"/>
        </p:nvSpPr>
        <p:spPr bwMode="gray">
          <a:xfrm>
            <a:off x="8172450" y="-1"/>
            <a:ext cx="792000" cy="33972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62880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575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8863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5151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14398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177278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40157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03037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400" cap="all" noProof="0">
              <a:solidFill>
                <a:schemeClr val="accent1"/>
              </a:solidFill>
              <a:latin typeface="Arial" panose="020B0604020202020204" pitchFamily="34" charset="0"/>
              <a:ea typeface="Open Sans Condensed" panose="020B0806030504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099400B-BD6C-B926-D7AF-C77ED81897A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792164" y="3111750"/>
            <a:ext cx="2519564" cy="5395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9pPr>
          </a:lstStyle>
          <a:p>
            <a:r>
              <a:rPr lang="en-GB"/>
              <a:t>Subline or short </a:t>
            </a:r>
            <a:br>
              <a:rPr lang="en-GB"/>
            </a:br>
            <a:r>
              <a:rPr lang="en-GB"/>
              <a:t>describing text</a:t>
            </a:r>
          </a:p>
        </p:txBody>
      </p:sp>
    </p:spTree>
    <p:extLst>
      <p:ext uri="{BB962C8B-B14F-4D97-AF65-F5344CB8AC3E}">
        <p14:creationId xmlns:p14="http://schemas.microsoft.com/office/powerpoint/2010/main" val="212900171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only text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99A45F7-ECB2-EA34-352B-4DF9D1C30358}"/>
              </a:ext>
            </a:extLst>
          </p:cNvPr>
          <p:cNvSpPr>
            <a:spLocks/>
          </p:cNvSpPr>
          <p:nvPr userDrawn="1"/>
        </p:nvSpPr>
        <p:spPr bwMode="gray">
          <a:xfrm>
            <a:off x="0" y="0"/>
            <a:ext cx="9144000" cy="5143500"/>
          </a:xfrm>
          <a:prstGeom prst="rect">
            <a:avLst/>
          </a:prstGeom>
          <a:solidFill>
            <a:srgbClr val="85C7E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b="1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35841" y="2031751"/>
            <a:ext cx="5756160" cy="1620000"/>
          </a:xfrm>
          <a:noFill/>
        </p:spPr>
        <p:txBody>
          <a:bodyPr lIns="0" tIns="0" rIns="0" anchor="b">
            <a:noAutofit/>
          </a:bodyPr>
          <a:lstStyle>
            <a:lvl1pPr algn="l">
              <a:lnSpc>
                <a:spcPct val="90000"/>
              </a:lnSpc>
              <a:defRPr sz="5400" b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5pPr>
            <a:lvl6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6pPr>
            <a:lvl7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7pPr>
            <a:lvl8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8pPr>
            <a:lvl9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Title of your presentation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90774D9-CF33-4D17-8122-D28D0F942A14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432002" y="468421"/>
            <a:ext cx="899998" cy="123329"/>
          </a:xfrm>
        </p:spPr>
        <p:txBody>
          <a:bodyPr/>
          <a:lstStyle>
            <a:lvl1pPr algn="l">
              <a:defRPr sz="600">
                <a:solidFill>
                  <a:schemeClr val="bg1"/>
                </a:solidFill>
              </a:defRPr>
            </a:lvl1pPr>
          </a:lstStyle>
          <a:p>
            <a:fld id="{4A567C5C-A419-4A5A-8D3D-F856AA5EB379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BA63C7F0-DE81-42C6-9B8D-28527CF7773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9149326" y="-1"/>
            <a:ext cx="36000" cy="36000"/>
          </a:xfrm>
        </p:spPr>
        <p:txBody>
          <a:bodyPr/>
          <a:lstStyle>
            <a:lvl1pPr algn="l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C3153FEC-AAD5-4735-8BD2-6BC8228EF99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9149326" y="-1"/>
            <a:ext cx="36000" cy="36000"/>
          </a:xfrm>
        </p:spPr>
        <p:txBody>
          <a:bodyPr/>
          <a:lstStyle>
            <a:lvl1pPr algn="l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 </a:t>
            </a:r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7A805F6B-3C4A-8AED-1349-F8A9D7761DAC}"/>
              </a:ext>
            </a:extLst>
          </p:cNvPr>
          <p:cNvSpPr>
            <a:spLocks noChangeAspect="1" noEditPoints="1"/>
          </p:cNvSpPr>
          <p:nvPr userDrawn="1"/>
        </p:nvSpPr>
        <p:spPr bwMode="gray">
          <a:xfrm>
            <a:off x="7993064" y="231750"/>
            <a:ext cx="718936" cy="134430"/>
          </a:xfrm>
          <a:custGeom>
            <a:avLst/>
            <a:gdLst>
              <a:gd name="T0" fmla="*/ 1052 w 1134"/>
              <a:gd name="T1" fmla="*/ 196 h 212"/>
              <a:gd name="T2" fmla="*/ 1092 w 1134"/>
              <a:gd name="T3" fmla="*/ 212 h 212"/>
              <a:gd name="T4" fmla="*/ 1132 w 1134"/>
              <a:gd name="T5" fmla="*/ 181 h 212"/>
              <a:gd name="T6" fmla="*/ 1018 w 1134"/>
              <a:gd name="T7" fmla="*/ 15 h 212"/>
              <a:gd name="T8" fmla="*/ 978 w 1134"/>
              <a:gd name="T9" fmla="*/ 0 h 212"/>
              <a:gd name="T10" fmla="*/ 939 w 1134"/>
              <a:gd name="T11" fmla="*/ 15 h 212"/>
              <a:gd name="T12" fmla="*/ 844 w 1134"/>
              <a:gd name="T13" fmla="*/ 154 h 212"/>
              <a:gd name="T14" fmla="*/ 786 w 1134"/>
              <a:gd name="T15" fmla="*/ 23 h 212"/>
              <a:gd name="T16" fmla="*/ 744 w 1134"/>
              <a:gd name="T17" fmla="*/ 0 h 212"/>
              <a:gd name="T18" fmla="*/ 702 w 1134"/>
              <a:gd name="T19" fmla="*/ 23 h 212"/>
              <a:gd name="T20" fmla="*/ 598 w 1134"/>
              <a:gd name="T21" fmla="*/ 0 h 212"/>
              <a:gd name="T22" fmla="*/ 524 w 1134"/>
              <a:gd name="T23" fmla="*/ 0 h 212"/>
              <a:gd name="T24" fmla="*/ 482 w 1134"/>
              <a:gd name="T25" fmla="*/ 23 h 212"/>
              <a:gd name="T26" fmla="*/ 482 w 1134"/>
              <a:gd name="T27" fmla="*/ 168 h 212"/>
              <a:gd name="T28" fmla="*/ 444 w 1134"/>
              <a:gd name="T29" fmla="*/ 154 h 212"/>
              <a:gd name="T30" fmla="*/ 386 w 1134"/>
              <a:gd name="T31" fmla="*/ 23 h 212"/>
              <a:gd name="T32" fmla="*/ 344 w 1134"/>
              <a:gd name="T33" fmla="*/ 0 h 212"/>
              <a:gd name="T34" fmla="*/ 302 w 1134"/>
              <a:gd name="T35" fmla="*/ 23 h 212"/>
              <a:gd name="T36" fmla="*/ 196 w 1134"/>
              <a:gd name="T37" fmla="*/ 15 h 212"/>
              <a:gd name="T38" fmla="*/ 156 w 1134"/>
              <a:gd name="T39" fmla="*/ 0 h 212"/>
              <a:gd name="T40" fmla="*/ 117 w 1134"/>
              <a:gd name="T41" fmla="*/ 15 h 212"/>
              <a:gd name="T42" fmla="*/ 3 w 1134"/>
              <a:gd name="T43" fmla="*/ 181 h 212"/>
              <a:gd name="T44" fmla="*/ 42 w 1134"/>
              <a:gd name="T45" fmla="*/ 212 h 212"/>
              <a:gd name="T46" fmla="*/ 83 w 1134"/>
              <a:gd name="T47" fmla="*/ 196 h 212"/>
              <a:gd name="T48" fmla="*/ 95 w 1134"/>
              <a:gd name="T49" fmla="*/ 174 h 212"/>
              <a:gd name="T50" fmla="*/ 217 w 1134"/>
              <a:gd name="T51" fmla="*/ 174 h 212"/>
              <a:gd name="T52" fmla="*/ 230 w 1134"/>
              <a:gd name="T53" fmla="*/ 196 h 212"/>
              <a:gd name="T54" fmla="*/ 307 w 1134"/>
              <a:gd name="T55" fmla="*/ 200 h 212"/>
              <a:gd name="T56" fmla="*/ 344 w 1134"/>
              <a:gd name="T57" fmla="*/ 212 h 212"/>
              <a:gd name="T58" fmla="*/ 444 w 1134"/>
              <a:gd name="T59" fmla="*/ 212 h 212"/>
              <a:gd name="T60" fmla="*/ 524 w 1134"/>
              <a:gd name="T61" fmla="*/ 212 h 212"/>
              <a:gd name="T62" fmla="*/ 566 w 1134"/>
              <a:gd name="T63" fmla="*/ 189 h 212"/>
              <a:gd name="T64" fmla="*/ 566 w 1134"/>
              <a:gd name="T65" fmla="*/ 146 h 212"/>
              <a:gd name="T66" fmla="*/ 598 w 1134"/>
              <a:gd name="T67" fmla="*/ 146 h 212"/>
              <a:gd name="T68" fmla="*/ 702 w 1134"/>
              <a:gd name="T69" fmla="*/ 189 h 212"/>
              <a:gd name="T70" fmla="*/ 702 w 1134"/>
              <a:gd name="T71" fmla="*/ 189 h 212"/>
              <a:gd name="T72" fmla="*/ 744 w 1134"/>
              <a:gd name="T73" fmla="*/ 212 h 212"/>
              <a:gd name="T74" fmla="*/ 864 w 1134"/>
              <a:gd name="T75" fmla="*/ 212 h 212"/>
              <a:gd name="T76" fmla="*/ 905 w 1134"/>
              <a:gd name="T77" fmla="*/ 196 h 212"/>
              <a:gd name="T78" fmla="*/ 917 w 1134"/>
              <a:gd name="T79" fmla="*/ 174 h 212"/>
              <a:gd name="T80" fmla="*/ 1039 w 1134"/>
              <a:gd name="T81" fmla="*/ 174 h 212"/>
              <a:gd name="T82" fmla="*/ 188 w 1134"/>
              <a:gd name="T83" fmla="*/ 124 h 212"/>
              <a:gd name="T84" fmla="*/ 156 w 1134"/>
              <a:gd name="T85" fmla="*/ 70 h 212"/>
              <a:gd name="T86" fmla="*/ 125 w 1134"/>
              <a:gd name="T87" fmla="*/ 124 h 212"/>
              <a:gd name="T88" fmla="*/ 598 w 1134"/>
              <a:gd name="T89" fmla="*/ 55 h 212"/>
              <a:gd name="T90" fmla="*/ 566 w 1134"/>
              <a:gd name="T91" fmla="*/ 90 h 212"/>
              <a:gd name="T92" fmla="*/ 598 w 1134"/>
              <a:gd name="T93" fmla="*/ 90 h 212"/>
              <a:gd name="T94" fmla="*/ 630 w 1134"/>
              <a:gd name="T95" fmla="*/ 73 h 212"/>
              <a:gd name="T96" fmla="*/ 598 w 1134"/>
              <a:gd name="T97" fmla="*/ 55 h 212"/>
              <a:gd name="T98" fmla="*/ 947 w 1134"/>
              <a:gd name="T99" fmla="*/ 124 h 212"/>
              <a:gd name="T100" fmla="*/ 1010 w 1134"/>
              <a:gd name="T101" fmla="*/ 124 h 212"/>
              <a:gd name="T102" fmla="*/ 978 w 1134"/>
              <a:gd name="T103" fmla="*/ 70 h 212"/>
              <a:gd name="T104" fmla="*/ 947 w 1134"/>
              <a:gd name="T105" fmla="*/ 124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134" h="212">
                <a:moveTo>
                  <a:pt x="1039" y="174"/>
                </a:moveTo>
                <a:cubicBezTo>
                  <a:pt x="1052" y="196"/>
                  <a:pt x="1052" y="196"/>
                  <a:pt x="1052" y="196"/>
                </a:cubicBezTo>
                <a:cubicBezTo>
                  <a:pt x="1052" y="196"/>
                  <a:pt x="1052" y="196"/>
                  <a:pt x="1052" y="196"/>
                </a:cubicBezTo>
                <a:cubicBezTo>
                  <a:pt x="1057" y="206"/>
                  <a:pt x="1074" y="212"/>
                  <a:pt x="1092" y="212"/>
                </a:cubicBezTo>
                <a:cubicBezTo>
                  <a:pt x="1115" y="212"/>
                  <a:pt x="1134" y="202"/>
                  <a:pt x="1134" y="189"/>
                </a:cubicBezTo>
                <a:cubicBezTo>
                  <a:pt x="1134" y="187"/>
                  <a:pt x="1133" y="184"/>
                  <a:pt x="1132" y="181"/>
                </a:cubicBezTo>
                <a:cubicBezTo>
                  <a:pt x="1132" y="181"/>
                  <a:pt x="1132" y="181"/>
                  <a:pt x="1132" y="181"/>
                </a:cubicBezTo>
                <a:cubicBezTo>
                  <a:pt x="1018" y="15"/>
                  <a:pt x="1018" y="15"/>
                  <a:pt x="1018" y="15"/>
                </a:cubicBezTo>
                <a:cubicBezTo>
                  <a:pt x="1018" y="15"/>
                  <a:pt x="1018" y="15"/>
                  <a:pt x="1018" y="15"/>
                </a:cubicBezTo>
                <a:cubicBezTo>
                  <a:pt x="1012" y="6"/>
                  <a:pt x="996" y="0"/>
                  <a:pt x="978" y="0"/>
                </a:cubicBezTo>
                <a:cubicBezTo>
                  <a:pt x="961" y="0"/>
                  <a:pt x="945" y="6"/>
                  <a:pt x="939" y="15"/>
                </a:cubicBezTo>
                <a:cubicBezTo>
                  <a:pt x="939" y="15"/>
                  <a:pt x="939" y="15"/>
                  <a:pt x="939" y="15"/>
                </a:cubicBezTo>
                <a:cubicBezTo>
                  <a:pt x="844" y="154"/>
                  <a:pt x="844" y="154"/>
                  <a:pt x="844" y="154"/>
                </a:cubicBezTo>
                <a:cubicBezTo>
                  <a:pt x="844" y="154"/>
                  <a:pt x="844" y="154"/>
                  <a:pt x="844" y="154"/>
                </a:cubicBezTo>
                <a:cubicBezTo>
                  <a:pt x="786" y="154"/>
                  <a:pt x="786" y="154"/>
                  <a:pt x="786" y="154"/>
                </a:cubicBezTo>
                <a:cubicBezTo>
                  <a:pt x="786" y="23"/>
                  <a:pt x="786" y="23"/>
                  <a:pt x="786" y="23"/>
                </a:cubicBezTo>
                <a:cubicBezTo>
                  <a:pt x="786" y="23"/>
                  <a:pt x="786" y="23"/>
                  <a:pt x="786" y="23"/>
                </a:cubicBezTo>
                <a:cubicBezTo>
                  <a:pt x="786" y="10"/>
                  <a:pt x="767" y="0"/>
                  <a:pt x="744" y="0"/>
                </a:cubicBezTo>
                <a:cubicBezTo>
                  <a:pt x="721" y="0"/>
                  <a:pt x="702" y="10"/>
                  <a:pt x="702" y="23"/>
                </a:cubicBezTo>
                <a:cubicBezTo>
                  <a:pt x="702" y="23"/>
                  <a:pt x="702" y="23"/>
                  <a:pt x="702" y="23"/>
                </a:cubicBezTo>
                <a:cubicBezTo>
                  <a:pt x="702" y="40"/>
                  <a:pt x="702" y="40"/>
                  <a:pt x="702" y="40"/>
                </a:cubicBezTo>
                <a:cubicBezTo>
                  <a:pt x="683" y="16"/>
                  <a:pt x="643" y="0"/>
                  <a:pt x="598" y="0"/>
                </a:cubicBezTo>
                <a:cubicBezTo>
                  <a:pt x="598" y="0"/>
                  <a:pt x="598" y="0"/>
                  <a:pt x="598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501" y="0"/>
                  <a:pt x="482" y="10"/>
                  <a:pt x="482" y="23"/>
                </a:cubicBezTo>
                <a:cubicBezTo>
                  <a:pt x="482" y="23"/>
                  <a:pt x="482" y="23"/>
                  <a:pt x="482" y="23"/>
                </a:cubicBezTo>
                <a:cubicBezTo>
                  <a:pt x="482" y="168"/>
                  <a:pt x="482" y="168"/>
                  <a:pt x="482" y="168"/>
                </a:cubicBezTo>
                <a:cubicBezTo>
                  <a:pt x="474" y="160"/>
                  <a:pt x="460" y="154"/>
                  <a:pt x="444" y="154"/>
                </a:cubicBezTo>
                <a:cubicBezTo>
                  <a:pt x="444" y="154"/>
                  <a:pt x="444" y="154"/>
                  <a:pt x="444" y="154"/>
                </a:cubicBezTo>
                <a:cubicBezTo>
                  <a:pt x="386" y="154"/>
                  <a:pt x="386" y="154"/>
                  <a:pt x="386" y="154"/>
                </a:cubicBezTo>
                <a:cubicBezTo>
                  <a:pt x="386" y="23"/>
                  <a:pt x="386" y="23"/>
                  <a:pt x="386" y="23"/>
                </a:cubicBezTo>
                <a:cubicBezTo>
                  <a:pt x="386" y="23"/>
                  <a:pt x="386" y="23"/>
                  <a:pt x="386" y="23"/>
                </a:cubicBezTo>
                <a:cubicBezTo>
                  <a:pt x="386" y="10"/>
                  <a:pt x="367" y="0"/>
                  <a:pt x="344" y="0"/>
                </a:cubicBezTo>
                <a:cubicBezTo>
                  <a:pt x="321" y="0"/>
                  <a:pt x="302" y="10"/>
                  <a:pt x="302" y="23"/>
                </a:cubicBezTo>
                <a:cubicBezTo>
                  <a:pt x="302" y="23"/>
                  <a:pt x="302" y="23"/>
                  <a:pt x="302" y="23"/>
                </a:cubicBezTo>
                <a:cubicBezTo>
                  <a:pt x="302" y="170"/>
                  <a:pt x="302" y="170"/>
                  <a:pt x="302" y="170"/>
                </a:cubicBezTo>
                <a:cubicBezTo>
                  <a:pt x="196" y="15"/>
                  <a:pt x="196" y="15"/>
                  <a:pt x="196" y="15"/>
                </a:cubicBezTo>
                <a:cubicBezTo>
                  <a:pt x="196" y="15"/>
                  <a:pt x="196" y="15"/>
                  <a:pt x="196" y="15"/>
                </a:cubicBezTo>
                <a:cubicBezTo>
                  <a:pt x="190" y="6"/>
                  <a:pt x="174" y="0"/>
                  <a:pt x="156" y="0"/>
                </a:cubicBezTo>
                <a:cubicBezTo>
                  <a:pt x="139" y="0"/>
                  <a:pt x="123" y="6"/>
                  <a:pt x="117" y="15"/>
                </a:cubicBezTo>
                <a:cubicBezTo>
                  <a:pt x="117" y="15"/>
                  <a:pt x="117" y="15"/>
                  <a:pt x="117" y="15"/>
                </a:cubicBezTo>
                <a:cubicBezTo>
                  <a:pt x="3" y="181"/>
                  <a:pt x="3" y="181"/>
                  <a:pt x="3" y="181"/>
                </a:cubicBezTo>
                <a:cubicBezTo>
                  <a:pt x="3" y="181"/>
                  <a:pt x="3" y="181"/>
                  <a:pt x="3" y="181"/>
                </a:cubicBezTo>
                <a:cubicBezTo>
                  <a:pt x="1" y="184"/>
                  <a:pt x="0" y="187"/>
                  <a:pt x="0" y="189"/>
                </a:cubicBezTo>
                <a:cubicBezTo>
                  <a:pt x="0" y="202"/>
                  <a:pt x="19" y="212"/>
                  <a:pt x="42" y="212"/>
                </a:cubicBezTo>
                <a:cubicBezTo>
                  <a:pt x="61" y="212"/>
                  <a:pt x="77" y="206"/>
                  <a:pt x="83" y="196"/>
                </a:cubicBezTo>
                <a:cubicBezTo>
                  <a:pt x="83" y="196"/>
                  <a:pt x="83" y="196"/>
                  <a:pt x="83" y="196"/>
                </a:cubicBezTo>
                <a:cubicBezTo>
                  <a:pt x="95" y="174"/>
                  <a:pt x="95" y="174"/>
                  <a:pt x="95" y="174"/>
                </a:cubicBezTo>
                <a:cubicBezTo>
                  <a:pt x="95" y="174"/>
                  <a:pt x="95" y="174"/>
                  <a:pt x="95" y="174"/>
                </a:cubicBezTo>
                <a:cubicBezTo>
                  <a:pt x="217" y="174"/>
                  <a:pt x="217" y="174"/>
                  <a:pt x="217" y="174"/>
                </a:cubicBezTo>
                <a:cubicBezTo>
                  <a:pt x="217" y="174"/>
                  <a:pt x="217" y="174"/>
                  <a:pt x="217" y="174"/>
                </a:cubicBezTo>
                <a:cubicBezTo>
                  <a:pt x="230" y="196"/>
                  <a:pt x="230" y="196"/>
                  <a:pt x="230" y="196"/>
                </a:cubicBezTo>
                <a:cubicBezTo>
                  <a:pt x="230" y="196"/>
                  <a:pt x="230" y="196"/>
                  <a:pt x="230" y="196"/>
                </a:cubicBezTo>
                <a:cubicBezTo>
                  <a:pt x="235" y="206"/>
                  <a:pt x="252" y="212"/>
                  <a:pt x="270" y="212"/>
                </a:cubicBezTo>
                <a:cubicBezTo>
                  <a:pt x="286" y="212"/>
                  <a:pt x="300" y="207"/>
                  <a:pt x="307" y="200"/>
                </a:cubicBezTo>
                <a:cubicBezTo>
                  <a:pt x="314" y="207"/>
                  <a:pt x="328" y="212"/>
                  <a:pt x="344" y="212"/>
                </a:cubicBezTo>
                <a:cubicBezTo>
                  <a:pt x="344" y="212"/>
                  <a:pt x="344" y="212"/>
                  <a:pt x="344" y="212"/>
                </a:cubicBezTo>
                <a:cubicBezTo>
                  <a:pt x="444" y="212"/>
                  <a:pt x="444" y="212"/>
                  <a:pt x="444" y="212"/>
                </a:cubicBezTo>
                <a:cubicBezTo>
                  <a:pt x="444" y="212"/>
                  <a:pt x="444" y="212"/>
                  <a:pt x="444" y="212"/>
                </a:cubicBezTo>
                <a:cubicBezTo>
                  <a:pt x="461" y="212"/>
                  <a:pt x="476" y="205"/>
                  <a:pt x="484" y="196"/>
                </a:cubicBezTo>
                <a:cubicBezTo>
                  <a:pt x="489" y="205"/>
                  <a:pt x="505" y="212"/>
                  <a:pt x="524" y="212"/>
                </a:cubicBezTo>
                <a:cubicBezTo>
                  <a:pt x="547" y="212"/>
                  <a:pt x="566" y="202"/>
                  <a:pt x="566" y="189"/>
                </a:cubicBezTo>
                <a:cubicBezTo>
                  <a:pt x="566" y="189"/>
                  <a:pt x="566" y="189"/>
                  <a:pt x="566" y="189"/>
                </a:cubicBezTo>
                <a:cubicBezTo>
                  <a:pt x="566" y="189"/>
                  <a:pt x="566" y="189"/>
                  <a:pt x="566" y="189"/>
                </a:cubicBezTo>
                <a:cubicBezTo>
                  <a:pt x="566" y="146"/>
                  <a:pt x="566" y="146"/>
                  <a:pt x="566" y="146"/>
                </a:cubicBezTo>
                <a:cubicBezTo>
                  <a:pt x="598" y="146"/>
                  <a:pt x="598" y="146"/>
                  <a:pt x="598" y="146"/>
                </a:cubicBezTo>
                <a:cubicBezTo>
                  <a:pt x="598" y="146"/>
                  <a:pt x="598" y="146"/>
                  <a:pt x="598" y="146"/>
                </a:cubicBezTo>
                <a:cubicBezTo>
                  <a:pt x="643" y="146"/>
                  <a:pt x="683" y="129"/>
                  <a:pt x="702" y="106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202"/>
                  <a:pt x="721" y="212"/>
                  <a:pt x="744" y="212"/>
                </a:cubicBezTo>
                <a:cubicBezTo>
                  <a:pt x="744" y="212"/>
                  <a:pt x="744" y="212"/>
                  <a:pt x="744" y="212"/>
                </a:cubicBezTo>
                <a:cubicBezTo>
                  <a:pt x="864" y="212"/>
                  <a:pt x="864" y="212"/>
                  <a:pt x="864" y="212"/>
                </a:cubicBezTo>
                <a:cubicBezTo>
                  <a:pt x="864" y="212"/>
                  <a:pt x="864" y="212"/>
                  <a:pt x="864" y="212"/>
                </a:cubicBezTo>
                <a:cubicBezTo>
                  <a:pt x="883" y="212"/>
                  <a:pt x="899" y="206"/>
                  <a:pt x="905" y="196"/>
                </a:cubicBezTo>
                <a:cubicBezTo>
                  <a:pt x="905" y="196"/>
                  <a:pt x="905" y="196"/>
                  <a:pt x="905" y="196"/>
                </a:cubicBezTo>
                <a:cubicBezTo>
                  <a:pt x="917" y="174"/>
                  <a:pt x="917" y="174"/>
                  <a:pt x="917" y="174"/>
                </a:cubicBezTo>
                <a:cubicBezTo>
                  <a:pt x="917" y="174"/>
                  <a:pt x="917" y="174"/>
                  <a:pt x="917" y="174"/>
                </a:cubicBezTo>
                <a:cubicBezTo>
                  <a:pt x="1039" y="174"/>
                  <a:pt x="1039" y="174"/>
                  <a:pt x="1039" y="174"/>
                </a:cubicBezTo>
                <a:cubicBezTo>
                  <a:pt x="1039" y="174"/>
                  <a:pt x="1039" y="174"/>
                  <a:pt x="1039" y="174"/>
                </a:cubicBezTo>
                <a:close/>
                <a:moveTo>
                  <a:pt x="125" y="124"/>
                </a:moveTo>
                <a:cubicBezTo>
                  <a:pt x="188" y="124"/>
                  <a:pt x="188" y="124"/>
                  <a:pt x="188" y="124"/>
                </a:cubicBezTo>
                <a:cubicBezTo>
                  <a:pt x="188" y="124"/>
                  <a:pt x="188" y="124"/>
                  <a:pt x="188" y="124"/>
                </a:cubicBezTo>
                <a:cubicBezTo>
                  <a:pt x="156" y="70"/>
                  <a:pt x="156" y="70"/>
                  <a:pt x="156" y="70"/>
                </a:cubicBezTo>
                <a:cubicBezTo>
                  <a:pt x="156" y="70"/>
                  <a:pt x="156" y="70"/>
                  <a:pt x="156" y="70"/>
                </a:cubicBezTo>
                <a:cubicBezTo>
                  <a:pt x="125" y="124"/>
                  <a:pt x="125" y="124"/>
                  <a:pt x="125" y="124"/>
                </a:cubicBezTo>
                <a:cubicBezTo>
                  <a:pt x="125" y="124"/>
                  <a:pt x="125" y="124"/>
                  <a:pt x="125" y="124"/>
                </a:cubicBezTo>
                <a:close/>
                <a:moveTo>
                  <a:pt x="598" y="55"/>
                </a:moveTo>
                <a:cubicBezTo>
                  <a:pt x="566" y="55"/>
                  <a:pt x="566" y="55"/>
                  <a:pt x="566" y="55"/>
                </a:cubicBezTo>
                <a:cubicBezTo>
                  <a:pt x="566" y="90"/>
                  <a:pt x="566" y="90"/>
                  <a:pt x="566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616" y="90"/>
                  <a:pt x="630" y="82"/>
                  <a:pt x="630" y="73"/>
                </a:cubicBezTo>
                <a:cubicBezTo>
                  <a:pt x="630" y="63"/>
                  <a:pt x="616" y="55"/>
                  <a:pt x="598" y="55"/>
                </a:cubicBezTo>
                <a:cubicBezTo>
                  <a:pt x="598" y="55"/>
                  <a:pt x="598" y="55"/>
                  <a:pt x="598" y="55"/>
                </a:cubicBezTo>
                <a:cubicBezTo>
                  <a:pt x="598" y="55"/>
                  <a:pt x="598" y="55"/>
                  <a:pt x="598" y="55"/>
                </a:cubicBezTo>
                <a:close/>
                <a:moveTo>
                  <a:pt x="947" y="124"/>
                </a:moveTo>
                <a:cubicBezTo>
                  <a:pt x="1010" y="124"/>
                  <a:pt x="1010" y="124"/>
                  <a:pt x="1010" y="124"/>
                </a:cubicBezTo>
                <a:cubicBezTo>
                  <a:pt x="1010" y="124"/>
                  <a:pt x="1010" y="124"/>
                  <a:pt x="1010" y="124"/>
                </a:cubicBezTo>
                <a:cubicBezTo>
                  <a:pt x="978" y="70"/>
                  <a:pt x="978" y="70"/>
                  <a:pt x="978" y="70"/>
                </a:cubicBezTo>
                <a:cubicBezTo>
                  <a:pt x="978" y="70"/>
                  <a:pt x="978" y="70"/>
                  <a:pt x="978" y="70"/>
                </a:cubicBezTo>
                <a:cubicBezTo>
                  <a:pt x="947" y="124"/>
                  <a:pt x="947" y="124"/>
                  <a:pt x="947" y="124"/>
                </a:cubicBezTo>
                <a:cubicBezTo>
                  <a:pt x="947" y="124"/>
                  <a:pt x="947" y="124"/>
                  <a:pt x="947" y="1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880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75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863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151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4398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7278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40157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3037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A0992FD9-706F-E6F1-ADB4-943C25F8EC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32000" y="3831750"/>
            <a:ext cx="5756160" cy="540225"/>
          </a:xfr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  <a:p>
            <a:endParaRPr lang="en-US" noProof="0"/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E64F7AE6-1DCF-E701-B617-35480AB29A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32000" y="231750"/>
            <a:ext cx="1800000" cy="123329"/>
          </a:xfrm>
          <a:prstGeom prst="rect">
            <a:avLst/>
          </a:prstGeom>
          <a:noFill/>
        </p:spPr>
        <p:txBody>
          <a:bodyPr bIns="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3321794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0" y="1491750"/>
            <a:ext cx="3600000" cy="3240000"/>
          </a:xfrm>
        </p:spPr>
        <p:txBody>
          <a:bodyPr lIns="0" tIns="0" rIns="0" bIns="0">
            <a:noAutofit/>
          </a:bodyPr>
          <a:lstStyle>
            <a:lvl1pPr marL="360000" indent="-3600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400" b="1" i="0">
                <a:solidFill>
                  <a:schemeClr val="tx1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2pPr>
            <a:lvl3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3pPr>
            <a:lvl4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4pPr>
            <a:lvl5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5pPr>
            <a:lvl6pPr marL="360000" indent="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None/>
              <a:defRPr sz="1000" b="0" i="0" baseline="0">
                <a:solidFill>
                  <a:schemeClr val="tx1"/>
                </a:solidFill>
              </a:defRPr>
            </a:lvl6pPr>
            <a:lvl7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 baseline="0">
                <a:solidFill>
                  <a:schemeClr val="tx1"/>
                </a:solidFill>
              </a:defRPr>
            </a:lvl7pPr>
            <a:lvl8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8pPr>
            <a:lvl9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Agenda point</a:t>
            </a:r>
          </a:p>
          <a:p>
            <a:pPr lvl="1"/>
            <a:r>
              <a:rPr lang="en-US" noProof="0"/>
              <a:t>Agenda subpoint</a:t>
            </a:r>
          </a:p>
          <a:p>
            <a:pPr lvl="0"/>
            <a:r>
              <a:rPr lang="en-US" noProof="0"/>
              <a:t>Agenda point</a:t>
            </a:r>
          </a:p>
        </p:txBody>
      </p:sp>
      <p:sp>
        <p:nvSpPr>
          <p:cNvPr id="14" name="Picture Placeholder 10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572000" y="591750"/>
            <a:ext cx="4140000" cy="4140588"/>
          </a:xfrm>
          <a:prstGeom prst="rect">
            <a:avLst/>
          </a:prstGeom>
          <a:noFill/>
        </p:spPr>
        <p:txBody>
          <a:bodyPr lIns="0" tIns="1080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10A999-245E-4DF2-8E39-AF6C98198336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gray">
          <a:xfrm>
            <a:off x="684149" y="231750"/>
            <a:ext cx="468000" cy="180000"/>
          </a:xfrm>
        </p:spPr>
        <p:txBody>
          <a:bodyPr/>
          <a:lstStyle/>
          <a:p>
            <a:fld id="{A28D3911-D60B-4711-8260-8057DF7823CF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26C646-676B-4A04-830F-DDAD43A5A13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82E90-E91D-4CF2-A4BF-C360158AAE7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>
          <a:xfrm>
            <a:off x="432000" y="231750"/>
            <a:ext cx="252149" cy="180000"/>
          </a:xfrm>
        </p:spPr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F65042B-07EB-8F48-1A4B-DDDCD6862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3600000" cy="539999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 </a:t>
            </a:r>
          </a:p>
        </p:txBody>
      </p:sp>
    </p:spTree>
    <p:extLst>
      <p:ext uri="{BB962C8B-B14F-4D97-AF65-F5344CB8AC3E}">
        <p14:creationId xmlns:p14="http://schemas.microsoft.com/office/powerpoint/2010/main" val="5113724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0" y="591750"/>
            <a:ext cx="7740450" cy="414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720000" indent="-720000"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  <a:defRPr sz="2800" b="0" i="0">
                <a:solidFill>
                  <a:schemeClr val="tx1"/>
                </a:solidFill>
              </a:defRPr>
            </a:lvl1pPr>
            <a:lvl2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>
                <a:solidFill>
                  <a:schemeClr val="tx1"/>
                </a:solidFill>
              </a:defRPr>
            </a:lvl2pPr>
            <a:lvl3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>
                <a:solidFill>
                  <a:schemeClr val="tx1"/>
                </a:solidFill>
              </a:defRPr>
            </a:lvl3pPr>
            <a:lvl4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>
                <a:solidFill>
                  <a:schemeClr val="tx1"/>
                </a:solidFill>
              </a:defRPr>
            </a:lvl4pPr>
            <a:lvl5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>
                <a:solidFill>
                  <a:schemeClr val="tx1"/>
                </a:solidFill>
              </a:defRPr>
            </a:lvl5pPr>
            <a:lvl6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 baseline="0">
                <a:solidFill>
                  <a:schemeClr val="tx1"/>
                </a:solidFill>
              </a:defRPr>
            </a:lvl6pPr>
            <a:lvl7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 baseline="0">
                <a:solidFill>
                  <a:schemeClr val="tx1"/>
                </a:solidFill>
              </a:defRPr>
            </a:lvl7pPr>
            <a:lvl8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>
                <a:solidFill>
                  <a:schemeClr val="tx1"/>
                </a:solidFill>
              </a:defRPr>
            </a:lvl8pPr>
            <a:lvl9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Agenda point</a:t>
            </a:r>
          </a:p>
          <a:p>
            <a:pPr lvl="1"/>
            <a:r>
              <a:rPr lang="en-US" noProof="0"/>
              <a:t>Agenda subpoint</a:t>
            </a:r>
          </a:p>
          <a:p>
            <a:pPr lvl="0"/>
            <a:r>
              <a:rPr lang="en-US" noProof="0"/>
              <a:t>Agenda point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8B3C1EC-F052-AB58-17E4-F73E4D03C82E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fld id="{8B027094-DC5A-44F0-AE08-E56D1D88D80E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07B7FD2-D197-82EB-D58D-3B4F0633328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EDA6F1C-6534-8519-08D5-13542D041A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495512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gray"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noProof="0"/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49"/>
            <a:ext cx="5760000" cy="1038710"/>
          </a:xfrm>
          <a:noFill/>
        </p:spPr>
        <p:txBody>
          <a:bodyPr bIns="288000">
            <a:spAutoFit/>
          </a:bodyPr>
          <a:lstStyle>
            <a:lvl1pPr>
              <a:defRPr sz="5400" i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slide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C168221-12DE-441B-8D0D-E771FE88B2E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C1919B-38FA-42EA-9443-7D31A3B39121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D53FB2C3-F348-4D98-83FD-8B411819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93E32D1-4024-4278-80F5-AF6A4C581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0742816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gray">
          <a:xfrm>
            <a:off x="0" y="-1"/>
            <a:ext cx="9144000" cy="5143500"/>
          </a:xfrm>
          <a:prstGeom prst="rect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noProof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31D8AA71-6118-BF66-3A0B-05F7897114E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42" y="591750"/>
            <a:ext cx="4316158" cy="2340363"/>
          </a:xfrm>
          <a:prstGeom prst="rect">
            <a:avLst/>
          </a:prstGeom>
          <a:noFill/>
        </p:spPr>
        <p:txBody>
          <a:bodyPr lIns="0" tIns="360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</p:txBody>
      </p:sp>
      <p:sp>
        <p:nvSpPr>
          <p:cNvPr id="5" name="Freeform 14">
            <a:extLst>
              <a:ext uri="{FF2B5EF4-FFF2-40B4-BE49-F238E27FC236}">
                <a16:creationId xmlns:a16="http://schemas.microsoft.com/office/drawing/2014/main" id="{2827405B-B830-8268-284C-EC69861341DC}"/>
              </a:ext>
            </a:extLst>
          </p:cNvPr>
          <p:cNvSpPr>
            <a:spLocks noChangeAspect="1" noEditPoints="1"/>
          </p:cNvSpPr>
          <p:nvPr userDrawn="1"/>
        </p:nvSpPr>
        <p:spPr bwMode="gray">
          <a:xfrm>
            <a:off x="8352000" y="231750"/>
            <a:ext cx="360000" cy="67315"/>
          </a:xfrm>
          <a:custGeom>
            <a:avLst/>
            <a:gdLst>
              <a:gd name="T0" fmla="*/ 1052 w 1134"/>
              <a:gd name="T1" fmla="*/ 196 h 212"/>
              <a:gd name="T2" fmla="*/ 1092 w 1134"/>
              <a:gd name="T3" fmla="*/ 212 h 212"/>
              <a:gd name="T4" fmla="*/ 1132 w 1134"/>
              <a:gd name="T5" fmla="*/ 181 h 212"/>
              <a:gd name="T6" fmla="*/ 1018 w 1134"/>
              <a:gd name="T7" fmla="*/ 15 h 212"/>
              <a:gd name="T8" fmla="*/ 978 w 1134"/>
              <a:gd name="T9" fmla="*/ 0 h 212"/>
              <a:gd name="T10" fmla="*/ 939 w 1134"/>
              <a:gd name="T11" fmla="*/ 15 h 212"/>
              <a:gd name="T12" fmla="*/ 844 w 1134"/>
              <a:gd name="T13" fmla="*/ 154 h 212"/>
              <a:gd name="T14" fmla="*/ 786 w 1134"/>
              <a:gd name="T15" fmla="*/ 23 h 212"/>
              <a:gd name="T16" fmla="*/ 744 w 1134"/>
              <a:gd name="T17" fmla="*/ 0 h 212"/>
              <a:gd name="T18" fmla="*/ 702 w 1134"/>
              <a:gd name="T19" fmla="*/ 23 h 212"/>
              <a:gd name="T20" fmla="*/ 598 w 1134"/>
              <a:gd name="T21" fmla="*/ 0 h 212"/>
              <a:gd name="T22" fmla="*/ 524 w 1134"/>
              <a:gd name="T23" fmla="*/ 0 h 212"/>
              <a:gd name="T24" fmla="*/ 482 w 1134"/>
              <a:gd name="T25" fmla="*/ 23 h 212"/>
              <a:gd name="T26" fmla="*/ 482 w 1134"/>
              <a:gd name="T27" fmla="*/ 168 h 212"/>
              <a:gd name="T28" fmla="*/ 444 w 1134"/>
              <a:gd name="T29" fmla="*/ 154 h 212"/>
              <a:gd name="T30" fmla="*/ 386 w 1134"/>
              <a:gd name="T31" fmla="*/ 23 h 212"/>
              <a:gd name="T32" fmla="*/ 344 w 1134"/>
              <a:gd name="T33" fmla="*/ 0 h 212"/>
              <a:gd name="T34" fmla="*/ 302 w 1134"/>
              <a:gd name="T35" fmla="*/ 23 h 212"/>
              <a:gd name="T36" fmla="*/ 196 w 1134"/>
              <a:gd name="T37" fmla="*/ 15 h 212"/>
              <a:gd name="T38" fmla="*/ 156 w 1134"/>
              <a:gd name="T39" fmla="*/ 0 h 212"/>
              <a:gd name="T40" fmla="*/ 117 w 1134"/>
              <a:gd name="T41" fmla="*/ 15 h 212"/>
              <a:gd name="T42" fmla="*/ 3 w 1134"/>
              <a:gd name="T43" fmla="*/ 181 h 212"/>
              <a:gd name="T44" fmla="*/ 42 w 1134"/>
              <a:gd name="T45" fmla="*/ 212 h 212"/>
              <a:gd name="T46" fmla="*/ 83 w 1134"/>
              <a:gd name="T47" fmla="*/ 196 h 212"/>
              <a:gd name="T48" fmla="*/ 95 w 1134"/>
              <a:gd name="T49" fmla="*/ 174 h 212"/>
              <a:gd name="T50" fmla="*/ 217 w 1134"/>
              <a:gd name="T51" fmla="*/ 174 h 212"/>
              <a:gd name="T52" fmla="*/ 230 w 1134"/>
              <a:gd name="T53" fmla="*/ 196 h 212"/>
              <a:gd name="T54" fmla="*/ 307 w 1134"/>
              <a:gd name="T55" fmla="*/ 200 h 212"/>
              <a:gd name="T56" fmla="*/ 344 w 1134"/>
              <a:gd name="T57" fmla="*/ 212 h 212"/>
              <a:gd name="T58" fmla="*/ 444 w 1134"/>
              <a:gd name="T59" fmla="*/ 212 h 212"/>
              <a:gd name="T60" fmla="*/ 524 w 1134"/>
              <a:gd name="T61" fmla="*/ 212 h 212"/>
              <a:gd name="T62" fmla="*/ 566 w 1134"/>
              <a:gd name="T63" fmla="*/ 189 h 212"/>
              <a:gd name="T64" fmla="*/ 566 w 1134"/>
              <a:gd name="T65" fmla="*/ 146 h 212"/>
              <a:gd name="T66" fmla="*/ 598 w 1134"/>
              <a:gd name="T67" fmla="*/ 146 h 212"/>
              <a:gd name="T68" fmla="*/ 702 w 1134"/>
              <a:gd name="T69" fmla="*/ 189 h 212"/>
              <a:gd name="T70" fmla="*/ 702 w 1134"/>
              <a:gd name="T71" fmla="*/ 189 h 212"/>
              <a:gd name="T72" fmla="*/ 744 w 1134"/>
              <a:gd name="T73" fmla="*/ 212 h 212"/>
              <a:gd name="T74" fmla="*/ 864 w 1134"/>
              <a:gd name="T75" fmla="*/ 212 h 212"/>
              <a:gd name="T76" fmla="*/ 905 w 1134"/>
              <a:gd name="T77" fmla="*/ 196 h 212"/>
              <a:gd name="T78" fmla="*/ 917 w 1134"/>
              <a:gd name="T79" fmla="*/ 174 h 212"/>
              <a:gd name="T80" fmla="*/ 1039 w 1134"/>
              <a:gd name="T81" fmla="*/ 174 h 212"/>
              <a:gd name="T82" fmla="*/ 188 w 1134"/>
              <a:gd name="T83" fmla="*/ 124 h 212"/>
              <a:gd name="T84" fmla="*/ 156 w 1134"/>
              <a:gd name="T85" fmla="*/ 70 h 212"/>
              <a:gd name="T86" fmla="*/ 125 w 1134"/>
              <a:gd name="T87" fmla="*/ 124 h 212"/>
              <a:gd name="T88" fmla="*/ 598 w 1134"/>
              <a:gd name="T89" fmla="*/ 55 h 212"/>
              <a:gd name="T90" fmla="*/ 566 w 1134"/>
              <a:gd name="T91" fmla="*/ 90 h 212"/>
              <a:gd name="T92" fmla="*/ 598 w 1134"/>
              <a:gd name="T93" fmla="*/ 90 h 212"/>
              <a:gd name="T94" fmla="*/ 630 w 1134"/>
              <a:gd name="T95" fmla="*/ 73 h 212"/>
              <a:gd name="T96" fmla="*/ 598 w 1134"/>
              <a:gd name="T97" fmla="*/ 55 h 212"/>
              <a:gd name="T98" fmla="*/ 947 w 1134"/>
              <a:gd name="T99" fmla="*/ 124 h 212"/>
              <a:gd name="T100" fmla="*/ 1010 w 1134"/>
              <a:gd name="T101" fmla="*/ 124 h 212"/>
              <a:gd name="T102" fmla="*/ 978 w 1134"/>
              <a:gd name="T103" fmla="*/ 70 h 212"/>
              <a:gd name="T104" fmla="*/ 947 w 1134"/>
              <a:gd name="T105" fmla="*/ 124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134" h="212">
                <a:moveTo>
                  <a:pt x="1039" y="174"/>
                </a:moveTo>
                <a:cubicBezTo>
                  <a:pt x="1052" y="196"/>
                  <a:pt x="1052" y="196"/>
                  <a:pt x="1052" y="196"/>
                </a:cubicBezTo>
                <a:cubicBezTo>
                  <a:pt x="1052" y="196"/>
                  <a:pt x="1052" y="196"/>
                  <a:pt x="1052" y="196"/>
                </a:cubicBezTo>
                <a:cubicBezTo>
                  <a:pt x="1057" y="206"/>
                  <a:pt x="1074" y="212"/>
                  <a:pt x="1092" y="212"/>
                </a:cubicBezTo>
                <a:cubicBezTo>
                  <a:pt x="1115" y="212"/>
                  <a:pt x="1134" y="202"/>
                  <a:pt x="1134" y="189"/>
                </a:cubicBezTo>
                <a:cubicBezTo>
                  <a:pt x="1134" y="187"/>
                  <a:pt x="1133" y="184"/>
                  <a:pt x="1132" y="181"/>
                </a:cubicBezTo>
                <a:cubicBezTo>
                  <a:pt x="1132" y="181"/>
                  <a:pt x="1132" y="181"/>
                  <a:pt x="1132" y="181"/>
                </a:cubicBezTo>
                <a:cubicBezTo>
                  <a:pt x="1018" y="15"/>
                  <a:pt x="1018" y="15"/>
                  <a:pt x="1018" y="15"/>
                </a:cubicBezTo>
                <a:cubicBezTo>
                  <a:pt x="1018" y="15"/>
                  <a:pt x="1018" y="15"/>
                  <a:pt x="1018" y="15"/>
                </a:cubicBezTo>
                <a:cubicBezTo>
                  <a:pt x="1012" y="6"/>
                  <a:pt x="996" y="0"/>
                  <a:pt x="978" y="0"/>
                </a:cubicBezTo>
                <a:cubicBezTo>
                  <a:pt x="961" y="0"/>
                  <a:pt x="945" y="6"/>
                  <a:pt x="939" y="15"/>
                </a:cubicBezTo>
                <a:cubicBezTo>
                  <a:pt x="939" y="15"/>
                  <a:pt x="939" y="15"/>
                  <a:pt x="939" y="15"/>
                </a:cubicBezTo>
                <a:cubicBezTo>
                  <a:pt x="844" y="154"/>
                  <a:pt x="844" y="154"/>
                  <a:pt x="844" y="154"/>
                </a:cubicBezTo>
                <a:cubicBezTo>
                  <a:pt x="844" y="154"/>
                  <a:pt x="844" y="154"/>
                  <a:pt x="844" y="154"/>
                </a:cubicBezTo>
                <a:cubicBezTo>
                  <a:pt x="786" y="154"/>
                  <a:pt x="786" y="154"/>
                  <a:pt x="786" y="154"/>
                </a:cubicBezTo>
                <a:cubicBezTo>
                  <a:pt x="786" y="23"/>
                  <a:pt x="786" y="23"/>
                  <a:pt x="786" y="23"/>
                </a:cubicBezTo>
                <a:cubicBezTo>
                  <a:pt x="786" y="23"/>
                  <a:pt x="786" y="23"/>
                  <a:pt x="786" y="23"/>
                </a:cubicBezTo>
                <a:cubicBezTo>
                  <a:pt x="786" y="10"/>
                  <a:pt x="767" y="0"/>
                  <a:pt x="744" y="0"/>
                </a:cubicBezTo>
                <a:cubicBezTo>
                  <a:pt x="721" y="0"/>
                  <a:pt x="702" y="10"/>
                  <a:pt x="702" y="23"/>
                </a:cubicBezTo>
                <a:cubicBezTo>
                  <a:pt x="702" y="23"/>
                  <a:pt x="702" y="23"/>
                  <a:pt x="702" y="23"/>
                </a:cubicBezTo>
                <a:cubicBezTo>
                  <a:pt x="702" y="40"/>
                  <a:pt x="702" y="40"/>
                  <a:pt x="702" y="40"/>
                </a:cubicBezTo>
                <a:cubicBezTo>
                  <a:pt x="683" y="16"/>
                  <a:pt x="643" y="0"/>
                  <a:pt x="598" y="0"/>
                </a:cubicBezTo>
                <a:cubicBezTo>
                  <a:pt x="598" y="0"/>
                  <a:pt x="598" y="0"/>
                  <a:pt x="598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501" y="0"/>
                  <a:pt x="482" y="10"/>
                  <a:pt x="482" y="23"/>
                </a:cubicBezTo>
                <a:cubicBezTo>
                  <a:pt x="482" y="23"/>
                  <a:pt x="482" y="23"/>
                  <a:pt x="482" y="23"/>
                </a:cubicBezTo>
                <a:cubicBezTo>
                  <a:pt x="482" y="168"/>
                  <a:pt x="482" y="168"/>
                  <a:pt x="482" y="168"/>
                </a:cubicBezTo>
                <a:cubicBezTo>
                  <a:pt x="474" y="160"/>
                  <a:pt x="460" y="154"/>
                  <a:pt x="444" y="154"/>
                </a:cubicBezTo>
                <a:cubicBezTo>
                  <a:pt x="444" y="154"/>
                  <a:pt x="444" y="154"/>
                  <a:pt x="444" y="154"/>
                </a:cubicBezTo>
                <a:cubicBezTo>
                  <a:pt x="386" y="154"/>
                  <a:pt x="386" y="154"/>
                  <a:pt x="386" y="154"/>
                </a:cubicBezTo>
                <a:cubicBezTo>
                  <a:pt x="386" y="23"/>
                  <a:pt x="386" y="23"/>
                  <a:pt x="386" y="23"/>
                </a:cubicBezTo>
                <a:cubicBezTo>
                  <a:pt x="386" y="23"/>
                  <a:pt x="386" y="23"/>
                  <a:pt x="386" y="23"/>
                </a:cubicBezTo>
                <a:cubicBezTo>
                  <a:pt x="386" y="10"/>
                  <a:pt x="367" y="0"/>
                  <a:pt x="344" y="0"/>
                </a:cubicBezTo>
                <a:cubicBezTo>
                  <a:pt x="321" y="0"/>
                  <a:pt x="302" y="10"/>
                  <a:pt x="302" y="23"/>
                </a:cubicBezTo>
                <a:cubicBezTo>
                  <a:pt x="302" y="23"/>
                  <a:pt x="302" y="23"/>
                  <a:pt x="302" y="23"/>
                </a:cubicBezTo>
                <a:cubicBezTo>
                  <a:pt x="302" y="170"/>
                  <a:pt x="302" y="170"/>
                  <a:pt x="302" y="170"/>
                </a:cubicBezTo>
                <a:cubicBezTo>
                  <a:pt x="196" y="15"/>
                  <a:pt x="196" y="15"/>
                  <a:pt x="196" y="15"/>
                </a:cubicBezTo>
                <a:cubicBezTo>
                  <a:pt x="196" y="15"/>
                  <a:pt x="196" y="15"/>
                  <a:pt x="196" y="15"/>
                </a:cubicBezTo>
                <a:cubicBezTo>
                  <a:pt x="190" y="6"/>
                  <a:pt x="174" y="0"/>
                  <a:pt x="156" y="0"/>
                </a:cubicBezTo>
                <a:cubicBezTo>
                  <a:pt x="139" y="0"/>
                  <a:pt x="123" y="6"/>
                  <a:pt x="117" y="15"/>
                </a:cubicBezTo>
                <a:cubicBezTo>
                  <a:pt x="117" y="15"/>
                  <a:pt x="117" y="15"/>
                  <a:pt x="117" y="15"/>
                </a:cubicBezTo>
                <a:cubicBezTo>
                  <a:pt x="3" y="181"/>
                  <a:pt x="3" y="181"/>
                  <a:pt x="3" y="181"/>
                </a:cubicBezTo>
                <a:cubicBezTo>
                  <a:pt x="3" y="181"/>
                  <a:pt x="3" y="181"/>
                  <a:pt x="3" y="181"/>
                </a:cubicBezTo>
                <a:cubicBezTo>
                  <a:pt x="1" y="184"/>
                  <a:pt x="0" y="187"/>
                  <a:pt x="0" y="189"/>
                </a:cubicBezTo>
                <a:cubicBezTo>
                  <a:pt x="0" y="202"/>
                  <a:pt x="19" y="212"/>
                  <a:pt x="42" y="212"/>
                </a:cubicBezTo>
                <a:cubicBezTo>
                  <a:pt x="61" y="212"/>
                  <a:pt x="77" y="206"/>
                  <a:pt x="83" y="196"/>
                </a:cubicBezTo>
                <a:cubicBezTo>
                  <a:pt x="83" y="196"/>
                  <a:pt x="83" y="196"/>
                  <a:pt x="83" y="196"/>
                </a:cubicBezTo>
                <a:cubicBezTo>
                  <a:pt x="95" y="174"/>
                  <a:pt x="95" y="174"/>
                  <a:pt x="95" y="174"/>
                </a:cubicBezTo>
                <a:cubicBezTo>
                  <a:pt x="95" y="174"/>
                  <a:pt x="95" y="174"/>
                  <a:pt x="95" y="174"/>
                </a:cubicBezTo>
                <a:cubicBezTo>
                  <a:pt x="217" y="174"/>
                  <a:pt x="217" y="174"/>
                  <a:pt x="217" y="174"/>
                </a:cubicBezTo>
                <a:cubicBezTo>
                  <a:pt x="217" y="174"/>
                  <a:pt x="217" y="174"/>
                  <a:pt x="217" y="174"/>
                </a:cubicBezTo>
                <a:cubicBezTo>
                  <a:pt x="230" y="196"/>
                  <a:pt x="230" y="196"/>
                  <a:pt x="230" y="196"/>
                </a:cubicBezTo>
                <a:cubicBezTo>
                  <a:pt x="230" y="196"/>
                  <a:pt x="230" y="196"/>
                  <a:pt x="230" y="196"/>
                </a:cubicBezTo>
                <a:cubicBezTo>
                  <a:pt x="235" y="206"/>
                  <a:pt x="252" y="212"/>
                  <a:pt x="270" y="212"/>
                </a:cubicBezTo>
                <a:cubicBezTo>
                  <a:pt x="286" y="212"/>
                  <a:pt x="300" y="207"/>
                  <a:pt x="307" y="200"/>
                </a:cubicBezTo>
                <a:cubicBezTo>
                  <a:pt x="314" y="207"/>
                  <a:pt x="328" y="212"/>
                  <a:pt x="344" y="212"/>
                </a:cubicBezTo>
                <a:cubicBezTo>
                  <a:pt x="344" y="212"/>
                  <a:pt x="344" y="212"/>
                  <a:pt x="344" y="212"/>
                </a:cubicBezTo>
                <a:cubicBezTo>
                  <a:pt x="444" y="212"/>
                  <a:pt x="444" y="212"/>
                  <a:pt x="444" y="212"/>
                </a:cubicBezTo>
                <a:cubicBezTo>
                  <a:pt x="444" y="212"/>
                  <a:pt x="444" y="212"/>
                  <a:pt x="444" y="212"/>
                </a:cubicBezTo>
                <a:cubicBezTo>
                  <a:pt x="461" y="212"/>
                  <a:pt x="476" y="205"/>
                  <a:pt x="484" y="196"/>
                </a:cubicBezTo>
                <a:cubicBezTo>
                  <a:pt x="489" y="205"/>
                  <a:pt x="505" y="212"/>
                  <a:pt x="524" y="212"/>
                </a:cubicBezTo>
                <a:cubicBezTo>
                  <a:pt x="547" y="212"/>
                  <a:pt x="566" y="202"/>
                  <a:pt x="566" y="189"/>
                </a:cubicBezTo>
                <a:cubicBezTo>
                  <a:pt x="566" y="189"/>
                  <a:pt x="566" y="189"/>
                  <a:pt x="566" y="189"/>
                </a:cubicBezTo>
                <a:cubicBezTo>
                  <a:pt x="566" y="189"/>
                  <a:pt x="566" y="189"/>
                  <a:pt x="566" y="189"/>
                </a:cubicBezTo>
                <a:cubicBezTo>
                  <a:pt x="566" y="146"/>
                  <a:pt x="566" y="146"/>
                  <a:pt x="566" y="146"/>
                </a:cubicBezTo>
                <a:cubicBezTo>
                  <a:pt x="598" y="146"/>
                  <a:pt x="598" y="146"/>
                  <a:pt x="598" y="146"/>
                </a:cubicBezTo>
                <a:cubicBezTo>
                  <a:pt x="598" y="146"/>
                  <a:pt x="598" y="146"/>
                  <a:pt x="598" y="146"/>
                </a:cubicBezTo>
                <a:cubicBezTo>
                  <a:pt x="643" y="146"/>
                  <a:pt x="683" y="129"/>
                  <a:pt x="702" y="106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202"/>
                  <a:pt x="721" y="212"/>
                  <a:pt x="744" y="212"/>
                </a:cubicBezTo>
                <a:cubicBezTo>
                  <a:pt x="744" y="212"/>
                  <a:pt x="744" y="212"/>
                  <a:pt x="744" y="212"/>
                </a:cubicBezTo>
                <a:cubicBezTo>
                  <a:pt x="864" y="212"/>
                  <a:pt x="864" y="212"/>
                  <a:pt x="864" y="212"/>
                </a:cubicBezTo>
                <a:cubicBezTo>
                  <a:pt x="864" y="212"/>
                  <a:pt x="864" y="212"/>
                  <a:pt x="864" y="212"/>
                </a:cubicBezTo>
                <a:cubicBezTo>
                  <a:pt x="883" y="212"/>
                  <a:pt x="899" y="206"/>
                  <a:pt x="905" y="196"/>
                </a:cubicBezTo>
                <a:cubicBezTo>
                  <a:pt x="905" y="196"/>
                  <a:pt x="905" y="196"/>
                  <a:pt x="905" y="196"/>
                </a:cubicBezTo>
                <a:cubicBezTo>
                  <a:pt x="917" y="174"/>
                  <a:pt x="917" y="174"/>
                  <a:pt x="917" y="174"/>
                </a:cubicBezTo>
                <a:cubicBezTo>
                  <a:pt x="917" y="174"/>
                  <a:pt x="917" y="174"/>
                  <a:pt x="917" y="174"/>
                </a:cubicBezTo>
                <a:cubicBezTo>
                  <a:pt x="1039" y="174"/>
                  <a:pt x="1039" y="174"/>
                  <a:pt x="1039" y="174"/>
                </a:cubicBezTo>
                <a:cubicBezTo>
                  <a:pt x="1039" y="174"/>
                  <a:pt x="1039" y="174"/>
                  <a:pt x="1039" y="174"/>
                </a:cubicBezTo>
                <a:close/>
                <a:moveTo>
                  <a:pt x="125" y="124"/>
                </a:moveTo>
                <a:cubicBezTo>
                  <a:pt x="188" y="124"/>
                  <a:pt x="188" y="124"/>
                  <a:pt x="188" y="124"/>
                </a:cubicBezTo>
                <a:cubicBezTo>
                  <a:pt x="188" y="124"/>
                  <a:pt x="188" y="124"/>
                  <a:pt x="188" y="124"/>
                </a:cubicBezTo>
                <a:cubicBezTo>
                  <a:pt x="156" y="70"/>
                  <a:pt x="156" y="70"/>
                  <a:pt x="156" y="70"/>
                </a:cubicBezTo>
                <a:cubicBezTo>
                  <a:pt x="156" y="70"/>
                  <a:pt x="156" y="70"/>
                  <a:pt x="156" y="70"/>
                </a:cubicBezTo>
                <a:cubicBezTo>
                  <a:pt x="125" y="124"/>
                  <a:pt x="125" y="124"/>
                  <a:pt x="125" y="124"/>
                </a:cubicBezTo>
                <a:cubicBezTo>
                  <a:pt x="125" y="124"/>
                  <a:pt x="125" y="124"/>
                  <a:pt x="125" y="124"/>
                </a:cubicBezTo>
                <a:close/>
                <a:moveTo>
                  <a:pt x="598" y="55"/>
                </a:moveTo>
                <a:cubicBezTo>
                  <a:pt x="566" y="55"/>
                  <a:pt x="566" y="55"/>
                  <a:pt x="566" y="55"/>
                </a:cubicBezTo>
                <a:cubicBezTo>
                  <a:pt x="566" y="90"/>
                  <a:pt x="566" y="90"/>
                  <a:pt x="566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616" y="90"/>
                  <a:pt x="630" y="82"/>
                  <a:pt x="630" y="73"/>
                </a:cubicBezTo>
                <a:cubicBezTo>
                  <a:pt x="630" y="63"/>
                  <a:pt x="616" y="55"/>
                  <a:pt x="598" y="55"/>
                </a:cubicBezTo>
                <a:cubicBezTo>
                  <a:pt x="598" y="55"/>
                  <a:pt x="598" y="55"/>
                  <a:pt x="598" y="55"/>
                </a:cubicBezTo>
                <a:cubicBezTo>
                  <a:pt x="598" y="55"/>
                  <a:pt x="598" y="55"/>
                  <a:pt x="598" y="55"/>
                </a:cubicBezTo>
                <a:close/>
                <a:moveTo>
                  <a:pt x="947" y="124"/>
                </a:moveTo>
                <a:cubicBezTo>
                  <a:pt x="1010" y="124"/>
                  <a:pt x="1010" y="124"/>
                  <a:pt x="1010" y="124"/>
                </a:cubicBezTo>
                <a:cubicBezTo>
                  <a:pt x="1010" y="124"/>
                  <a:pt x="1010" y="124"/>
                  <a:pt x="1010" y="124"/>
                </a:cubicBezTo>
                <a:cubicBezTo>
                  <a:pt x="978" y="70"/>
                  <a:pt x="978" y="70"/>
                  <a:pt x="978" y="70"/>
                </a:cubicBezTo>
                <a:cubicBezTo>
                  <a:pt x="978" y="70"/>
                  <a:pt x="978" y="70"/>
                  <a:pt x="978" y="70"/>
                </a:cubicBezTo>
                <a:cubicBezTo>
                  <a:pt x="947" y="124"/>
                  <a:pt x="947" y="124"/>
                  <a:pt x="947" y="124"/>
                </a:cubicBezTo>
                <a:cubicBezTo>
                  <a:pt x="947" y="124"/>
                  <a:pt x="947" y="124"/>
                  <a:pt x="947" y="1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880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75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863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151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4398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7278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40157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3037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 bwMode="gray">
          <a:xfrm>
            <a:off x="435841" y="3415956"/>
            <a:ext cx="5756160" cy="1495794"/>
          </a:xfrm>
          <a:noFill/>
        </p:spPr>
        <p:txBody>
          <a:bodyPr bIns="0" anchor="b">
            <a:spAutoFit/>
          </a:bodyPr>
          <a:lstStyle>
            <a:lvl1pPr>
              <a:defRPr sz="5400" i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This is a divider slide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C168221-12DE-441B-8D0D-E771FE88B2E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758FA4-550D-4A84-824C-1C72AEDD3800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D53FB2C3-F348-4D98-83FD-8B411819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93E32D1-4024-4278-80F5-AF6A4C581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FFBF4FB0-E5E6-E1E9-75D4-82FBACC95CE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272000" y="3291750"/>
            <a:ext cx="1440000" cy="1620000"/>
          </a:xfrm>
          <a:noFill/>
        </p:spPr>
        <p:txBody>
          <a:bodyPr anchor="b"/>
          <a:lstStyle>
            <a:lvl1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 b="0">
                <a:solidFill>
                  <a:schemeClr val="tx1"/>
                </a:solidFill>
              </a:defRPr>
            </a:lvl1pPr>
            <a:lvl2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2pPr>
            <a:lvl3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3pPr>
            <a:lvl4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4pPr>
            <a:lvl5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5pPr>
            <a:lvl6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6pPr>
            <a:lvl7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7pPr>
            <a:lvl8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8pPr>
            <a:lvl9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9pPr>
          </a:lstStyle>
          <a:p>
            <a:pPr lvl="8"/>
            <a:r>
              <a:rPr lang="en-GB" noProof="0"/>
              <a:t>##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4CB16D26-36D5-3D91-1479-D6745C4C1159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272338" y="591750"/>
            <a:ext cx="1439662" cy="720725"/>
          </a:xfrm>
        </p:spPr>
        <p:txBody>
          <a:bodyPr wrap="square"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675996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full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">
            <a:extLst>
              <a:ext uri="{FF2B5EF4-FFF2-40B4-BE49-F238E27FC236}">
                <a16:creationId xmlns:a16="http://schemas.microsoft.com/office/drawing/2014/main" id="{CC614957-67D7-5141-F905-BF681FB46AF7}"/>
              </a:ext>
            </a:extLst>
          </p:cNvPr>
          <p:cNvSpPr/>
          <p:nvPr userDrawn="1"/>
        </p:nvSpPr>
        <p:spPr bwMode="gray">
          <a:xfrm>
            <a:off x="8172450" y="-1"/>
            <a:ext cx="792000" cy="33972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62880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575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8863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5151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14398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177278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40157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03037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400" cap="all" noProof="0">
              <a:solidFill>
                <a:schemeClr val="accent1"/>
              </a:solidFill>
              <a:latin typeface="Arial" panose="020B0604020202020204" pitchFamily="34" charset="0"/>
              <a:ea typeface="Open Sans Condensed" panose="020B08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C8B13399-3A21-4835-B99B-15994FE708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lIns="4032000" tIns="1476000" rIns="0" bIns="0" anchor="t">
            <a:noAutofit/>
          </a:bodyPr>
          <a:lstStyle>
            <a:lvl1pPr marL="0" indent="0" algn="l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  <a:br>
              <a:rPr lang="en-GB" noProof="0"/>
            </a:br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32001" y="2032000"/>
            <a:ext cx="3239888" cy="2879750"/>
          </a:xfrm>
          <a:solidFill>
            <a:schemeClr val="accent2"/>
          </a:solidFill>
        </p:spPr>
        <p:txBody>
          <a:bodyPr lIns="360000" tIns="432000" rIns="180000" bIns="1080000" anchor="b">
            <a:noAutofit/>
          </a:bodyPr>
          <a:lstStyle>
            <a:lvl1pPr algn="l">
              <a:lnSpc>
                <a:spcPct val="90000"/>
              </a:lnSpc>
              <a:defRPr sz="2800" b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5pPr>
            <a:lvl6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6pPr>
            <a:lvl7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7pPr>
            <a:lvl8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8pPr>
            <a:lvl9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This is a divider slide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2306DAFF-BBF5-2A77-DE5B-FD7C3950E192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gray">
          <a:xfrm>
            <a:off x="9153921" y="1521"/>
            <a:ext cx="36000" cy="36000"/>
          </a:xfrm>
        </p:spPr>
        <p:txBody>
          <a:bodyPr tIns="0"/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BD514607-F625-4858-A62E-E39F6D8D94BD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099400B-BD6C-B926-D7AF-C77ED81897A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792000" y="4011750"/>
            <a:ext cx="2520000" cy="53961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subtitle</a:t>
            </a:r>
            <a:endParaRPr lang="en-GB" noProof="0"/>
          </a:p>
        </p:txBody>
      </p:sp>
      <p:sp>
        <p:nvSpPr>
          <p:cNvPr id="13" name="Footer Placeholder 25">
            <a:extLst>
              <a:ext uri="{FF2B5EF4-FFF2-40B4-BE49-F238E27FC236}">
                <a16:creationId xmlns:a16="http://schemas.microsoft.com/office/drawing/2014/main" id="{2605F7A9-6AA7-4F77-35BF-36B339BC3EA6}"/>
              </a:ext>
            </a:extLst>
          </p:cNvPr>
          <p:cNvSpPr txBox="1">
            <a:spLocks/>
          </p:cNvSpPr>
          <p:nvPr userDrawn="1"/>
        </p:nvSpPr>
        <p:spPr bwMode="gray">
          <a:xfrm>
            <a:off x="9153921" y="1521"/>
            <a:ext cx="36000" cy="36000"/>
          </a:xfrm>
          <a:prstGeom prst="rect">
            <a:avLst/>
          </a:prstGeom>
        </p:spPr>
        <p:txBody>
          <a:bodyPr wrap="none" lIns="0" tIns="0" rIns="0" bIns="0" anchor="t"/>
          <a:lstStyle>
            <a:defPPr>
              <a:defRPr lang="en-US"/>
            </a:defPPr>
            <a:lvl1pPr marL="0" algn="l" defTabSz="685800" rtl="0" eaLnBrk="1" latinLnBrk="0" hangingPunct="1">
              <a:defRPr sz="5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/>
              <a:t> </a:t>
            </a:r>
          </a:p>
        </p:txBody>
      </p:sp>
      <p:sp>
        <p:nvSpPr>
          <p:cNvPr id="14" name="Slide Number Placeholder 26">
            <a:extLst>
              <a:ext uri="{FF2B5EF4-FFF2-40B4-BE49-F238E27FC236}">
                <a16:creationId xmlns:a16="http://schemas.microsoft.com/office/drawing/2014/main" id="{5BCB6B92-3787-342D-8172-EEF633B87E47}"/>
              </a:ext>
            </a:extLst>
          </p:cNvPr>
          <p:cNvSpPr txBox="1">
            <a:spLocks/>
          </p:cNvSpPr>
          <p:nvPr userDrawn="1"/>
        </p:nvSpPr>
        <p:spPr bwMode="gray">
          <a:xfrm>
            <a:off x="9153921" y="1521"/>
            <a:ext cx="36000" cy="36000"/>
          </a:xfrm>
          <a:prstGeom prst="rect">
            <a:avLst/>
          </a:prstGeom>
        </p:spPr>
        <p:txBody>
          <a:bodyPr wrap="none" lIns="0" tIns="0" rIns="0" bIns="0" anchor="t"/>
          <a:lstStyle>
            <a:defPPr>
              <a:defRPr lang="en-US"/>
            </a:defPPr>
            <a:lvl1pPr marL="0" algn="l" defTabSz="685800" rtl="0" eaLnBrk="1" latinLnBrk="0" hangingPunct="1">
              <a:defRPr sz="500" b="0" i="1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88E1C8DC-6ECA-8668-07EB-779F5448F24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gray">
          <a:xfrm>
            <a:off x="9153921" y="1521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C74950CD-418C-2B71-AA78-6398C4D25A2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gray">
          <a:xfrm>
            <a:off x="9153921" y="1521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468420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C602BC-3455-58E7-8D50-6BA1DF4116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D03A7D-5558-223D-3BB7-2DE1D2647434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/>
        <p:txBody>
          <a:bodyPr/>
          <a:lstStyle/>
          <a:p>
            <a:fld id="{8A53D8F0-9295-47B8-80FD-DA710BAF0663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A9D06A1-D455-8828-FE51-53CF23B4CBC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1BE75C5-636C-235F-20D8-92A942B5741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513426585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0" y="1851750"/>
            <a:ext cx="6300000" cy="2700000"/>
          </a:xfr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C602BC-3455-58E7-8D50-6BA1DF4116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D03A7D-5558-223D-3BB7-2DE1D2647434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/>
        <p:txBody>
          <a:bodyPr/>
          <a:lstStyle/>
          <a:p>
            <a:fld id="{F14285E9-54A5-4AE3-91E5-80EEF704709B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A9D06A1-D455-8828-FE51-53CF23B4CBC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1BE75C5-636C-235F-20D8-92A942B5741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067278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32000" y="591748"/>
            <a:ext cx="2340000" cy="34200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 bwMode="gray">
          <a:xfrm>
            <a:off x="432000" y="591750"/>
            <a:ext cx="3600000" cy="2519750"/>
          </a:xfrm>
        </p:spPr>
        <p:txBody>
          <a:bodyPr/>
          <a:lstStyle>
            <a:lvl1pPr>
              <a:defRPr/>
            </a:lvl1pPr>
            <a:lvl2pPr algn="l">
              <a:defRPr sz="2400" b="1">
                <a:solidFill>
                  <a:schemeClr val="accent1"/>
                </a:solidFill>
                <a:latin typeface="+mj-lt"/>
              </a:defRPr>
            </a:lvl2pPr>
            <a:lvl3pPr>
              <a:defRPr sz="2400" b="1">
                <a:solidFill>
                  <a:schemeClr val="accent1"/>
                </a:solidFill>
                <a:latin typeface="+mj-lt"/>
              </a:defRPr>
            </a:lvl3pPr>
            <a:lvl4pPr>
              <a:defRPr sz="2400" b="1">
                <a:solidFill>
                  <a:schemeClr val="accent1"/>
                </a:solidFill>
                <a:latin typeface="+mj-lt"/>
              </a:defRPr>
            </a:lvl4pPr>
            <a:lvl5pPr>
              <a:defRPr sz="2400" b="1">
                <a:solidFill>
                  <a:schemeClr val="accent1"/>
                </a:solidFill>
                <a:latin typeface="+mj-lt"/>
              </a:defRPr>
            </a:lvl5pPr>
            <a:lvl6pPr>
              <a:defRPr sz="2400" b="1">
                <a:solidFill>
                  <a:schemeClr val="accent1"/>
                </a:solidFill>
                <a:latin typeface="+mj-lt"/>
              </a:defRPr>
            </a:lvl6pPr>
            <a:lvl7pPr>
              <a:defRPr sz="2400" b="1">
                <a:solidFill>
                  <a:schemeClr val="accent1"/>
                </a:solidFill>
                <a:latin typeface="+mj-lt"/>
              </a:defRPr>
            </a:lvl7pPr>
            <a:lvl8pPr algn="l">
              <a:defRPr sz="2400" b="1">
                <a:solidFill>
                  <a:schemeClr val="accent1"/>
                </a:solidFill>
                <a:latin typeface="+mj-lt"/>
              </a:defRPr>
            </a:lvl8pPr>
            <a:lvl9pPr>
              <a:defRPr sz="2400" b="1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Click to add title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ECF64D-0084-4ED3-BF9E-1056CC1CD5E4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/>
        <p:txBody>
          <a:bodyPr/>
          <a:lstStyle/>
          <a:p>
            <a:fld id="{5BAF44A0-195E-455C-86B2-FB4A79A597BB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313939-92A2-44B6-9D2E-C8D776E9F17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E99DD-3933-4FBC-9CD2-AAB379773CC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E551522-E1CF-0E15-8D80-3ABB723E8B5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432004" y="3292350"/>
            <a:ext cx="1800021" cy="720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4967605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1999" y="1851750"/>
            <a:ext cx="3960613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8"/>
          </p:nvPr>
        </p:nvSpPr>
        <p:spPr bwMode="gray">
          <a:xfrm>
            <a:off x="4751387" y="1851750"/>
            <a:ext cx="3960613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BC3374-940B-D9A7-E20A-E3E317880C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16" name="Date Placeholder 9">
            <a:extLst>
              <a:ext uri="{FF2B5EF4-FFF2-40B4-BE49-F238E27FC236}">
                <a16:creationId xmlns:a16="http://schemas.microsoft.com/office/drawing/2014/main" id="{0CA95738-CA48-59E7-A293-97582CEAC4E8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684149" y="231750"/>
            <a:ext cx="468000" cy="180000"/>
          </a:xfrm>
        </p:spPr>
        <p:txBody>
          <a:bodyPr/>
          <a:lstStyle/>
          <a:p>
            <a:fld id="{0349B03A-6AD8-4ECC-BA3A-606F675913CC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17" name="Footer Placeholder 10">
            <a:extLst>
              <a:ext uri="{FF2B5EF4-FFF2-40B4-BE49-F238E27FC236}">
                <a16:creationId xmlns:a16="http://schemas.microsoft.com/office/drawing/2014/main" id="{3171C3FE-08CB-DAA1-FFDE-052386C7441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Slide Number Placeholder 11">
            <a:extLst>
              <a:ext uri="{FF2B5EF4-FFF2-40B4-BE49-F238E27FC236}">
                <a16:creationId xmlns:a16="http://schemas.microsoft.com/office/drawing/2014/main" id="{624F54B8-4C30-27FA-C612-254A2C4328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432000" y="231750"/>
            <a:ext cx="252149" cy="180000"/>
          </a:xfrm>
        </p:spPr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7FEB3BF-9F09-39CE-83F9-43C659D04C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99691565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0" y="1851750"/>
            <a:ext cx="2520750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AFB3BCBB-F254-428C-9CC8-344C509523E9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8"/>
          </p:nvPr>
        </p:nvSpPr>
        <p:spPr bwMode="gray">
          <a:xfrm>
            <a:off x="3312000" y="1851750"/>
            <a:ext cx="2520750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9"/>
          </p:nvPr>
        </p:nvSpPr>
        <p:spPr bwMode="gray">
          <a:xfrm>
            <a:off x="6192000" y="1851750"/>
            <a:ext cx="2520750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C61703-B7EC-3B88-1893-10BF76A7F0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1468E90-DCD3-7392-B334-A0B2F80EC8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354782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Picture (1:3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3311524" y="591750"/>
            <a:ext cx="5400475" cy="4140588"/>
          </a:xfrm>
          <a:prstGeom prst="rect">
            <a:avLst/>
          </a:prstGeom>
          <a:noFill/>
        </p:spPr>
        <p:txBody>
          <a:bodyPr lIns="0" tIns="1080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0" y="1851750"/>
            <a:ext cx="2340000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97EE9E00-690D-4C4B-A3BA-D822B44D9D0B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2339187" cy="539999"/>
          </a:xfrm>
        </p:spPr>
        <p:txBody>
          <a:bodyPr/>
          <a:lstStyle>
            <a:lvl1pPr>
              <a:defRPr/>
            </a:lvl1pPr>
            <a:lvl8pPr>
              <a:defRPr sz="3200" b="0"/>
            </a:lvl8pPr>
          </a:lstStyle>
          <a:p>
            <a:pPr lvl="0"/>
            <a:r>
              <a:rPr lang="en-GB" noProof="0"/>
              <a:t>Click to add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D853A01A-3A2E-7D28-649B-90C12E88C5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2339187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27825286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Picture (1:1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72000" y="591750"/>
            <a:ext cx="4140000" cy="4140588"/>
          </a:xfrm>
          <a:prstGeom prst="rect">
            <a:avLst/>
          </a:prstGeom>
          <a:noFill/>
        </p:spPr>
        <p:txBody>
          <a:bodyPr lIns="0" tIns="1080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0" y="1851750"/>
            <a:ext cx="3599662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F770F771-B1F3-4E9F-8518-19837CE0DD66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3599662" cy="539999"/>
          </a:xfrm>
        </p:spPr>
        <p:txBody>
          <a:bodyPr/>
          <a:lstStyle>
            <a:lvl1pPr>
              <a:defRPr/>
            </a:lvl1pPr>
            <a:lvl8pPr>
              <a:defRPr sz="3200" b="0"/>
            </a:lvl8pPr>
          </a:lstStyle>
          <a:p>
            <a:pPr lvl="0"/>
            <a:r>
              <a:rPr lang="en-GB" noProof="0"/>
              <a:t>Click to add title 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D853A01A-3A2E-7D28-649B-90C12E88C5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3599662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89872798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Picture (3:1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1999" y="1851750"/>
            <a:ext cx="5218912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C1C5CCB6-579F-4220-A9F5-6CADF5A3D20D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191250" y="591750"/>
            <a:ext cx="2520750" cy="4140000"/>
          </a:xfrm>
          <a:prstGeom prst="rect">
            <a:avLst/>
          </a:prstGeom>
          <a:noFill/>
        </p:spPr>
        <p:txBody>
          <a:bodyPr lIns="0" tIns="1080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7E6D24-3C38-206A-B433-B1D920228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5218912" cy="539999"/>
          </a:xfrm>
        </p:spPr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429EDACC-4BBB-8B37-1038-E03C1F07A6B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5218912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3237947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2 x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0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4572000" y="2751750"/>
            <a:ext cx="4140000" cy="1980000"/>
          </a:xfrm>
          <a:prstGeom prst="rect">
            <a:avLst/>
          </a:prstGeom>
          <a:noFill/>
        </p:spPr>
        <p:txBody>
          <a:bodyPr lIns="0" tIns="216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72000" y="591750"/>
            <a:ext cx="4140000" cy="1980000"/>
          </a:xfrm>
          <a:prstGeom prst="rect">
            <a:avLst/>
          </a:prstGeom>
          <a:noFill/>
        </p:spPr>
        <p:txBody>
          <a:bodyPr lIns="0" tIns="216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4" y="1851750"/>
            <a:ext cx="3600250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CC1F9EF2-C7B4-4458-91BA-2507D016D427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FC3848-41D2-7760-6391-06281F72F2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3600250" cy="539999"/>
          </a:xfrm>
        </p:spPr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CEA026E5-95C0-CC57-FE0C-698A9CFD3D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3599662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9125018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4 x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732000" y="591750"/>
            <a:ext cx="1980000" cy="1980000"/>
          </a:xfrm>
          <a:prstGeom prst="rect">
            <a:avLst/>
          </a:prstGeom>
          <a:noFill/>
        </p:spPr>
        <p:txBody>
          <a:bodyPr lIns="0" tIns="216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732000" y="2751750"/>
            <a:ext cx="1980000" cy="1980000"/>
          </a:xfrm>
          <a:prstGeom prst="rect">
            <a:avLst/>
          </a:prstGeom>
          <a:noFill/>
        </p:spPr>
        <p:txBody>
          <a:bodyPr lIns="0" tIns="216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</p:txBody>
      </p:sp>
      <p:sp>
        <p:nvSpPr>
          <p:cNvPr id="16" name="Picture Placeholder 10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4572000" y="591750"/>
            <a:ext cx="1980000" cy="1980000"/>
          </a:xfrm>
          <a:prstGeom prst="rect">
            <a:avLst/>
          </a:prstGeom>
          <a:noFill/>
        </p:spPr>
        <p:txBody>
          <a:bodyPr lIns="0" tIns="216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572000" y="2751750"/>
            <a:ext cx="1980000" cy="1980000"/>
          </a:xfrm>
          <a:prstGeom prst="rect">
            <a:avLst/>
          </a:prstGeom>
          <a:noFill/>
        </p:spPr>
        <p:txBody>
          <a:bodyPr lIns="0" tIns="216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0" y="1851750"/>
            <a:ext cx="3599662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A9143DE7-7512-4E6A-9E59-ACC8ED862222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1340996D-B257-09AE-2418-DE69583BE0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3599662" cy="539999"/>
          </a:xfrm>
        </p:spPr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3599662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875969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Content &amp; 2 x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0" y="3832137"/>
            <a:ext cx="3960000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4F40371E-3B2E-4A1B-9893-586BE7B21776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8"/>
          </p:nvPr>
        </p:nvSpPr>
        <p:spPr bwMode="gray">
          <a:xfrm>
            <a:off x="4752000" y="3832137"/>
            <a:ext cx="3960000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3E879-7123-598D-6318-50657C25E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31" name="1">
            <a:extLst>
              <a:ext uri="{FF2B5EF4-FFF2-40B4-BE49-F238E27FC236}">
                <a16:creationId xmlns:a16="http://schemas.microsoft.com/office/drawing/2014/main" id="{05942890-71AB-EC54-D757-73C7E14566E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432000" y="1852137"/>
            <a:ext cx="3960000" cy="1800113"/>
          </a:xfrm>
          <a:prstGeom prst="rect">
            <a:avLst/>
          </a:prstGeom>
          <a:noFill/>
        </p:spPr>
        <p:txBody>
          <a:bodyPr lIns="0" tIns="216000" rIns="0" bIns="0" anchor="t">
            <a:noAutofit/>
          </a:bodyPr>
          <a:lstStyle>
            <a:lvl1pPr marL="0" indent="0" algn="ctr">
              <a:buNone/>
              <a:defRPr sz="600" b="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select the placeholder and click paste.</a:t>
            </a:r>
          </a:p>
        </p:txBody>
      </p:sp>
      <p:sp>
        <p:nvSpPr>
          <p:cNvPr id="32" name="2">
            <a:extLst>
              <a:ext uri="{FF2B5EF4-FFF2-40B4-BE49-F238E27FC236}">
                <a16:creationId xmlns:a16="http://schemas.microsoft.com/office/drawing/2014/main" id="{E493CBC4-607F-80FE-FFB9-958CB6A6D27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752000" y="1852137"/>
            <a:ext cx="3960000" cy="1800113"/>
          </a:xfrm>
          <a:prstGeom prst="rect">
            <a:avLst/>
          </a:prstGeom>
          <a:noFill/>
        </p:spPr>
        <p:txBody>
          <a:bodyPr lIns="0" tIns="216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select the placeholder and click paste. 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3048336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Content &amp; 3 x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3"/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6192002" y="1852137"/>
            <a:ext cx="2519999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0" y="3832137"/>
            <a:ext cx="2519999" cy="8996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BC5FF379-7A09-4DA7-8C7D-CEA0D165AB32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7" name="2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3312002" y="1852137"/>
            <a:ext cx="2519999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</p:txBody>
      </p:sp>
      <p:sp>
        <p:nvSpPr>
          <p:cNvPr id="20" name="1"/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432000" y="1852137"/>
            <a:ext cx="2519999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8A5267-056D-E49E-3B44-1AD4EDA94E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E93846E-EE53-4D33-715D-0DD6D9B83D9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3312002" y="3832137"/>
            <a:ext cx="2519999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7A12589-AA6C-4A79-37BE-0F10123AF40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6192002" y="3832137"/>
            <a:ext cx="2519999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FF13ADCC-E738-E754-6F7D-4D4AA1BCBE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307352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x Content &amp; 4 x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0" y="3832137"/>
            <a:ext cx="1800000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B6FD6B55-9490-4123-B75F-06CF53B3C22B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8"/>
          </p:nvPr>
        </p:nvSpPr>
        <p:spPr bwMode="gray">
          <a:xfrm>
            <a:off x="2592000" y="3832137"/>
            <a:ext cx="1800000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9"/>
          </p:nvPr>
        </p:nvSpPr>
        <p:spPr bwMode="gray">
          <a:xfrm>
            <a:off x="4752000" y="3832137"/>
            <a:ext cx="1800000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0"/>
          </p:nvPr>
        </p:nvSpPr>
        <p:spPr bwMode="gray">
          <a:xfrm>
            <a:off x="6912000" y="3832137"/>
            <a:ext cx="1800000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2592000" y="1852137"/>
            <a:ext cx="1800000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18" name="Picture Placeholder 10"/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6912000" y="1852137"/>
            <a:ext cx="1800000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select the placeholder and click paste.</a:t>
            </a:r>
          </a:p>
          <a:p>
            <a:endParaRPr lang="en-GB" noProof="0"/>
          </a:p>
          <a:p>
            <a:r>
              <a:rPr lang="en-GB" noProof="0"/>
              <a:t> </a:t>
            </a:r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19" name="Picture Placeholder 10"/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432000" y="1852137"/>
            <a:ext cx="1800000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 b="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4752000" y="1852137"/>
            <a:ext cx="1800000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3E879-7123-598D-6318-50657C25E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6508516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x Content &amp; 5 x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C0EEFF4A-2905-4B51-8859-DD54FCC49268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2052000" y="1852137"/>
            <a:ext cx="1439662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</a:t>
            </a:r>
            <a:br>
              <a:rPr lang="en-GB" noProof="0"/>
            </a:br>
            <a:r>
              <a:rPr lang="en-GB" noProof="0"/>
              <a:t>to the clipboard, 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18" name="Picture Placeholder 10"/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292000" y="1852137"/>
            <a:ext cx="1439662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</a:t>
            </a:r>
            <a:br>
              <a:rPr lang="en-GB" noProof="0"/>
            </a:br>
            <a:r>
              <a:rPr lang="en-GB" noProof="0"/>
              <a:t>to the clipboard, 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19" name="Picture Placeholder 10"/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432000" y="1852137"/>
            <a:ext cx="1439662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</a:t>
            </a:r>
            <a:br>
              <a:rPr lang="en-GB" noProof="0"/>
            </a:br>
            <a:r>
              <a:rPr lang="en-GB" noProof="0"/>
              <a:t>to the clipboard, 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3672412" y="1852137"/>
            <a:ext cx="1439662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 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</a:t>
            </a:r>
            <a:br>
              <a:rPr lang="en-GB" noProof="0"/>
            </a:br>
            <a:r>
              <a:rPr lang="en-GB" noProof="0"/>
              <a:t>to the clipboard, select the placeholder and click paste. </a:t>
            </a:r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  <a:p>
            <a:endParaRPr lang="en-GB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8A5267-056D-E49E-3B44-1AD4EDA94E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 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77BC6419-3D39-E09E-68B2-76AE57D2642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6912000" y="1852137"/>
            <a:ext cx="1439662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</a:t>
            </a:r>
            <a:br>
              <a:rPr lang="en-GB" noProof="0"/>
            </a:br>
            <a:r>
              <a:rPr lang="en-GB" noProof="0"/>
              <a:t>to the clipboard, 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79F831DC-790E-E6D1-014A-7C592CEB82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32000" y="3832137"/>
            <a:ext cx="1439662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F968F9FF-E840-614F-81AD-CF21FFD2E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2052000" y="3832137"/>
            <a:ext cx="1439662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690F182-051F-9317-7E08-141CB9DD91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3672412" y="3832137"/>
            <a:ext cx="1439662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F7E2192-9F0A-736C-200E-48C56CE729D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5292000" y="3832137"/>
            <a:ext cx="1439662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F7FE7E1-134C-6C1D-37AA-C66047505EF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gray">
          <a:xfrm>
            <a:off x="6912000" y="3832137"/>
            <a:ext cx="1439662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135D5A0C-5ACA-BEB6-3A73-15B1EF63A7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0825217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Smartpho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CE773C30-5020-F783-DAB1-2CC19FA77D0A}"/>
              </a:ext>
            </a:extLst>
          </p:cNvPr>
          <p:cNvGrpSpPr/>
          <p:nvPr userDrawn="1"/>
        </p:nvGrpSpPr>
        <p:grpSpPr>
          <a:xfrm>
            <a:off x="5072642" y="952500"/>
            <a:ext cx="2118861" cy="3793357"/>
            <a:chOff x="5072642" y="952500"/>
            <a:chExt cx="2118861" cy="3793357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E9C590B-BE81-CC7F-8648-0E0087B36454}"/>
                </a:ext>
              </a:extLst>
            </p:cNvPr>
            <p:cNvSpPr/>
            <p:nvPr userDrawn="1"/>
          </p:nvSpPr>
          <p:spPr bwMode="gray">
            <a:xfrm>
              <a:off x="5299428" y="1093403"/>
              <a:ext cx="1665288" cy="3511550"/>
            </a:xfrm>
            <a:prstGeom prst="roundRect">
              <a:avLst>
                <a:gd name="adj" fmla="val 1329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" name="Grafik 9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8F8FB315-4832-347A-F4A1-2952344DDD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5072642" y="952500"/>
              <a:ext cx="2118861" cy="3793357"/>
            </a:xfrm>
            <a:prstGeom prst="rect">
              <a:avLst/>
            </a:prstGeom>
          </p:spPr>
        </p:pic>
      </p:grp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2496F7F-B18A-1FDF-0D44-8ABBDD3F1DF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5333733" y="1122675"/>
            <a:ext cx="1601587" cy="3440856"/>
          </a:xfrm>
          <a:custGeom>
            <a:avLst/>
            <a:gdLst>
              <a:gd name="connsiteX0" fmla="*/ 178193 w 1601587"/>
              <a:gd name="connsiteY0" fmla="*/ 0 h 3440856"/>
              <a:gd name="connsiteX1" fmla="*/ 361801 w 1601587"/>
              <a:gd name="connsiteY1" fmla="*/ 0 h 3440856"/>
              <a:gd name="connsiteX2" fmla="*/ 374241 w 1601587"/>
              <a:gd name="connsiteY2" fmla="*/ 4998 h 3440856"/>
              <a:gd name="connsiteX3" fmla="*/ 379801 w 1601587"/>
              <a:gd name="connsiteY3" fmla="*/ 18071 h 3440856"/>
              <a:gd name="connsiteX4" fmla="*/ 379801 w 1601587"/>
              <a:gd name="connsiteY4" fmla="*/ 28985 h 3440856"/>
              <a:gd name="connsiteX5" fmla="*/ 474068 w 1601587"/>
              <a:gd name="connsiteY5" fmla="*/ 120510 h 3440856"/>
              <a:gd name="connsiteX6" fmla="*/ 1128890 w 1601587"/>
              <a:gd name="connsiteY6" fmla="*/ 120510 h 3440856"/>
              <a:gd name="connsiteX7" fmla="*/ 1223156 w 1601587"/>
              <a:gd name="connsiteY7" fmla="*/ 28985 h 3440856"/>
              <a:gd name="connsiteX8" fmla="*/ 1223156 w 1601587"/>
              <a:gd name="connsiteY8" fmla="*/ 18071 h 3440856"/>
              <a:gd name="connsiteX9" fmla="*/ 1228717 w 1601587"/>
              <a:gd name="connsiteY9" fmla="*/ 4998 h 3440856"/>
              <a:gd name="connsiteX10" fmla="*/ 1241156 w 1601587"/>
              <a:gd name="connsiteY10" fmla="*/ 0 h 3440856"/>
              <a:gd name="connsiteX11" fmla="*/ 1423395 w 1601587"/>
              <a:gd name="connsiteY11" fmla="*/ 0 h 3440856"/>
              <a:gd name="connsiteX12" fmla="*/ 1601587 w 1601587"/>
              <a:gd name="connsiteY12" fmla="*/ 178194 h 3440856"/>
              <a:gd name="connsiteX13" fmla="*/ 1601587 w 1601587"/>
              <a:gd name="connsiteY13" fmla="*/ 3262664 h 3440856"/>
              <a:gd name="connsiteX14" fmla="*/ 1423395 w 1601587"/>
              <a:gd name="connsiteY14" fmla="*/ 3440856 h 3440856"/>
              <a:gd name="connsiteX15" fmla="*/ 178193 w 1601587"/>
              <a:gd name="connsiteY15" fmla="*/ 3440856 h 3440856"/>
              <a:gd name="connsiteX16" fmla="*/ 0 w 1601587"/>
              <a:gd name="connsiteY16" fmla="*/ 3262664 h 3440856"/>
              <a:gd name="connsiteX17" fmla="*/ 0 w 1601587"/>
              <a:gd name="connsiteY17" fmla="*/ 178194 h 3440856"/>
              <a:gd name="connsiteX18" fmla="*/ 178193 w 1601587"/>
              <a:gd name="connsiteY18" fmla="*/ 0 h 3440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601587" h="3440856">
                <a:moveTo>
                  <a:pt x="178193" y="0"/>
                </a:moveTo>
                <a:lnTo>
                  <a:pt x="361801" y="0"/>
                </a:lnTo>
                <a:lnTo>
                  <a:pt x="374241" y="4998"/>
                </a:lnTo>
                <a:cubicBezTo>
                  <a:pt x="377678" y="8338"/>
                  <a:pt x="379801" y="12957"/>
                  <a:pt x="379801" y="18071"/>
                </a:cubicBezTo>
                <a:lnTo>
                  <a:pt x="379801" y="28985"/>
                </a:lnTo>
                <a:cubicBezTo>
                  <a:pt x="379801" y="79517"/>
                  <a:pt x="422071" y="120510"/>
                  <a:pt x="474068" y="120510"/>
                </a:cubicBezTo>
                <a:lnTo>
                  <a:pt x="1128890" y="120510"/>
                </a:lnTo>
                <a:cubicBezTo>
                  <a:pt x="1180887" y="120510"/>
                  <a:pt x="1223156" y="79517"/>
                  <a:pt x="1223156" y="28985"/>
                </a:cubicBezTo>
                <a:lnTo>
                  <a:pt x="1223156" y="18071"/>
                </a:lnTo>
                <a:cubicBezTo>
                  <a:pt x="1223156" y="12957"/>
                  <a:pt x="1225279" y="8338"/>
                  <a:pt x="1228717" y="4998"/>
                </a:cubicBezTo>
                <a:lnTo>
                  <a:pt x="1241156" y="0"/>
                </a:lnTo>
                <a:lnTo>
                  <a:pt x="1423395" y="0"/>
                </a:lnTo>
                <a:cubicBezTo>
                  <a:pt x="1521808" y="0"/>
                  <a:pt x="1601587" y="79780"/>
                  <a:pt x="1601587" y="178194"/>
                </a:cubicBezTo>
                <a:lnTo>
                  <a:pt x="1601587" y="3262664"/>
                </a:lnTo>
                <a:cubicBezTo>
                  <a:pt x="1601587" y="3361077"/>
                  <a:pt x="1521808" y="3440856"/>
                  <a:pt x="1423395" y="3440856"/>
                </a:cubicBezTo>
                <a:lnTo>
                  <a:pt x="178193" y="3440856"/>
                </a:lnTo>
                <a:cubicBezTo>
                  <a:pt x="79780" y="3440856"/>
                  <a:pt x="0" y="3361077"/>
                  <a:pt x="0" y="3262664"/>
                </a:cubicBezTo>
                <a:lnTo>
                  <a:pt x="0" y="178194"/>
                </a:lnTo>
                <a:cubicBezTo>
                  <a:pt x="0" y="79780"/>
                  <a:pt x="79780" y="0"/>
                  <a:pt x="178193" y="0"/>
                </a:cubicBezTo>
                <a:close/>
              </a:path>
            </a:pathLst>
          </a:custGeom>
          <a:noFill/>
        </p:spPr>
        <p:txBody>
          <a:bodyPr wrap="square" lIns="0" tIns="1980000" rIns="0" bIns="0" anchor="t">
            <a:no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</a:t>
            </a:r>
            <a:br>
              <a:rPr lang="en-GB" noProof="0"/>
            </a:br>
            <a:r>
              <a:rPr lang="en-GB" noProof="0"/>
              <a:t>to the clipboard, select the placeholder and click paste.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F23A919-C26F-E063-C784-F2DAEAF955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0" y="0"/>
            <a:ext cx="3132000" cy="5143500"/>
          </a:xfrm>
          <a:solidFill>
            <a:schemeClr val="bg1"/>
          </a:solidFill>
        </p:spPr>
        <p:txBody>
          <a:bodyPr lIns="432000" tIns="1854000" rIns="180000" bIns="180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rgbClr val="2793C9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buAutoNum type="arabicPeriod"/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rgbClr val="2793C9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4" name="Title 14">
            <a:extLst>
              <a:ext uri="{FF2B5EF4-FFF2-40B4-BE49-F238E27FC236}">
                <a16:creationId xmlns:a16="http://schemas.microsoft.com/office/drawing/2014/main" id="{B49B11CE-1628-5E6B-F641-1602FFF1C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2339771" cy="539999"/>
          </a:xfrm>
        </p:spPr>
        <p:txBody>
          <a:bodyPr lIns="0" tIns="0" r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25" name="Date Placeholder 9">
            <a:extLst>
              <a:ext uri="{FF2B5EF4-FFF2-40B4-BE49-F238E27FC236}">
                <a16:creationId xmlns:a16="http://schemas.microsoft.com/office/drawing/2014/main" id="{15BB2876-76A0-1E3C-4658-1E682135CA72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684149" y="231750"/>
            <a:ext cx="468000" cy="180000"/>
          </a:xfrm>
        </p:spPr>
        <p:txBody>
          <a:bodyPr/>
          <a:lstStyle/>
          <a:p>
            <a:fld id="{79F7CC5B-EE4B-48B7-A0DA-B45AF7E4B301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26" name="Footer Placeholder 10">
            <a:extLst>
              <a:ext uri="{FF2B5EF4-FFF2-40B4-BE49-F238E27FC236}">
                <a16:creationId xmlns:a16="http://schemas.microsoft.com/office/drawing/2014/main" id="{1DBED57E-DBB6-9928-01F5-2D72E63B81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Slide Number Placeholder 11">
            <a:extLst>
              <a:ext uri="{FF2B5EF4-FFF2-40B4-BE49-F238E27FC236}">
                <a16:creationId xmlns:a16="http://schemas.microsoft.com/office/drawing/2014/main" id="{F93DD469-B2A5-E1B7-E988-0555481D4D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432000" y="231750"/>
            <a:ext cx="252149" cy="180000"/>
          </a:xfrm>
        </p:spPr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AE8B1D34-FA01-3B20-A167-F3DAFBCD23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2339771" cy="180000"/>
          </a:xfrm>
        </p:spPr>
        <p:txBody>
          <a:bodyPr lIns="0" r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3666300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Tabl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E9C590B-BE81-CC7F-8648-0E0087B36454}"/>
              </a:ext>
            </a:extLst>
          </p:cNvPr>
          <p:cNvSpPr/>
          <p:nvPr userDrawn="1"/>
        </p:nvSpPr>
        <p:spPr bwMode="gray">
          <a:xfrm>
            <a:off x="4130040" y="1386840"/>
            <a:ext cx="4472940" cy="3276600"/>
          </a:xfrm>
          <a:prstGeom prst="roundRect">
            <a:avLst>
              <a:gd name="adj" fmla="val 4918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EA557D-3A99-67E6-DFB1-A4FDC36B73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gray">
          <a:xfrm>
            <a:off x="3759199" y="1059104"/>
            <a:ext cx="5165681" cy="3885771"/>
          </a:xfrm>
          <a:prstGeom prst="rect">
            <a:avLst/>
          </a:prstGeom>
          <a:effectLst/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429148D-2CB5-CA04-2CF1-BA404C03F71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4201744" y="1466851"/>
            <a:ext cx="4340774" cy="3096407"/>
          </a:xfrm>
          <a:custGeom>
            <a:avLst/>
            <a:gdLst>
              <a:gd name="connsiteX0" fmla="*/ 67518 w 4340774"/>
              <a:gd name="connsiteY0" fmla="*/ 0 h 3096407"/>
              <a:gd name="connsiteX1" fmla="*/ 4273256 w 4340774"/>
              <a:gd name="connsiteY1" fmla="*/ 0 h 3096407"/>
              <a:gd name="connsiteX2" fmla="*/ 4340774 w 4340774"/>
              <a:gd name="connsiteY2" fmla="*/ 67656 h 3096407"/>
              <a:gd name="connsiteX3" fmla="*/ 4340774 w 4340774"/>
              <a:gd name="connsiteY3" fmla="*/ 3028751 h 3096407"/>
              <a:gd name="connsiteX4" fmla="*/ 4273256 w 4340774"/>
              <a:gd name="connsiteY4" fmla="*/ 3096407 h 3096407"/>
              <a:gd name="connsiteX5" fmla="*/ 67518 w 4340774"/>
              <a:gd name="connsiteY5" fmla="*/ 3096407 h 3096407"/>
              <a:gd name="connsiteX6" fmla="*/ 0 w 4340774"/>
              <a:gd name="connsiteY6" fmla="*/ 3028751 h 3096407"/>
              <a:gd name="connsiteX7" fmla="*/ 0 w 4340774"/>
              <a:gd name="connsiteY7" fmla="*/ 67656 h 3096407"/>
              <a:gd name="connsiteX8" fmla="*/ 67518 w 4340774"/>
              <a:gd name="connsiteY8" fmla="*/ 0 h 3096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0774" h="3096407">
                <a:moveTo>
                  <a:pt x="67518" y="0"/>
                </a:moveTo>
                <a:lnTo>
                  <a:pt x="4273256" y="0"/>
                </a:lnTo>
                <a:cubicBezTo>
                  <a:pt x="4310546" y="0"/>
                  <a:pt x="4340774" y="30290"/>
                  <a:pt x="4340774" y="67656"/>
                </a:cubicBezTo>
                <a:lnTo>
                  <a:pt x="4340774" y="3028751"/>
                </a:lnTo>
                <a:cubicBezTo>
                  <a:pt x="4340774" y="3066117"/>
                  <a:pt x="4310546" y="3096407"/>
                  <a:pt x="4273256" y="3096407"/>
                </a:cubicBezTo>
                <a:lnTo>
                  <a:pt x="67518" y="3096407"/>
                </a:lnTo>
                <a:cubicBezTo>
                  <a:pt x="30229" y="3096407"/>
                  <a:pt x="0" y="3066117"/>
                  <a:pt x="0" y="3028751"/>
                </a:cubicBezTo>
                <a:lnTo>
                  <a:pt x="0" y="67656"/>
                </a:lnTo>
                <a:cubicBezTo>
                  <a:pt x="0" y="30290"/>
                  <a:pt x="30229" y="0"/>
                  <a:pt x="67518" y="0"/>
                </a:cubicBezTo>
                <a:close/>
              </a:path>
            </a:pathLst>
          </a:custGeom>
          <a:noFill/>
        </p:spPr>
        <p:txBody>
          <a:bodyPr wrap="square" lIns="0" tIns="1980000" rIns="0" bIns="0" anchor="t">
            <a:no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</a:t>
            </a:r>
            <a:br>
              <a:rPr lang="en-GB" noProof="0"/>
            </a:br>
            <a:r>
              <a:rPr lang="en-GB" noProof="0"/>
              <a:t>to the clipboard, select the placeholder and click paste.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7D7421-A439-BEB8-FC29-C65CBFED23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0" y="1851750"/>
            <a:ext cx="2340000" cy="2700000"/>
          </a:xfr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74B51991-7A71-F1C3-E075-F9B62E869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275"/>
            <a:ext cx="2340000" cy="539999"/>
          </a:xfrm>
        </p:spPr>
        <p:txBody>
          <a:bodyPr/>
          <a:lstStyle/>
          <a:p>
            <a:r>
              <a:rPr lang="en-GB" noProof="0"/>
              <a:t>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17D4A6C-C812-6ACE-1D52-13D6A0BDB441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>
          <a:xfrm>
            <a:off x="684149" y="231750"/>
            <a:ext cx="468000" cy="180000"/>
          </a:xfrm>
        </p:spPr>
        <p:txBody>
          <a:bodyPr/>
          <a:lstStyle/>
          <a:p>
            <a:fld id="{3CF53ABB-B1B8-4C6A-B9D6-92234979F870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11" name="Footer Placeholder 12">
            <a:extLst>
              <a:ext uri="{FF2B5EF4-FFF2-40B4-BE49-F238E27FC236}">
                <a16:creationId xmlns:a16="http://schemas.microsoft.com/office/drawing/2014/main" id="{BBE35570-97DD-27EA-70A9-5DF09BECD60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5">
            <a:extLst>
              <a:ext uri="{FF2B5EF4-FFF2-40B4-BE49-F238E27FC236}">
                <a16:creationId xmlns:a16="http://schemas.microsoft.com/office/drawing/2014/main" id="{06829727-6F4D-7623-45F5-1E14A957A63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>
          <a:xfrm>
            <a:off x="432000" y="231750"/>
            <a:ext cx="252149" cy="180000"/>
          </a:xfrm>
        </p:spPr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FC30A9A6-2842-55A1-7F4D-6C15C12C08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275"/>
            <a:ext cx="234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859679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Noteboo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16A02EA-D075-8B32-3FF2-81C23F7AFFD6}"/>
              </a:ext>
            </a:extLst>
          </p:cNvPr>
          <p:cNvGrpSpPr/>
          <p:nvPr userDrawn="1"/>
        </p:nvGrpSpPr>
        <p:grpSpPr>
          <a:xfrm>
            <a:off x="3438798" y="1485900"/>
            <a:ext cx="5940337" cy="3541077"/>
            <a:chOff x="3438798" y="1485900"/>
            <a:chExt cx="5940337" cy="3541077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E9C590B-BE81-CC7F-8648-0E0087B36454}"/>
                </a:ext>
              </a:extLst>
            </p:cNvPr>
            <p:cNvSpPr/>
            <p:nvPr userDrawn="1"/>
          </p:nvSpPr>
          <p:spPr bwMode="gray">
            <a:xfrm>
              <a:off x="4130040" y="1737360"/>
              <a:ext cx="4472940" cy="287274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" name="Grafik 6" descr="Ein Bild, das Text, Im Haus, Screenshot, Nachthimmel enthält.&#10;&#10;Automatisch generierte Beschreibung">
              <a:extLst>
                <a:ext uri="{FF2B5EF4-FFF2-40B4-BE49-F238E27FC236}">
                  <a16:creationId xmlns:a16="http://schemas.microsoft.com/office/drawing/2014/main" id="{4188D1CF-E5E4-46C1-71A5-A4E072F89FB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gray">
            <a:xfrm>
              <a:off x="3438798" y="1485900"/>
              <a:ext cx="5940337" cy="3541077"/>
            </a:xfrm>
            <a:prstGeom prst="rect">
              <a:avLst/>
            </a:prstGeom>
          </p:spPr>
        </p:pic>
      </p:grp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51C4BE-92D1-8301-ACE4-596D83DBF2F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4211433" y="1853424"/>
            <a:ext cx="4324671" cy="2702308"/>
          </a:xfrm>
          <a:custGeom>
            <a:avLst/>
            <a:gdLst>
              <a:gd name="connsiteX0" fmla="*/ 0 w 4324671"/>
              <a:gd name="connsiteY0" fmla="*/ 0 h 2702308"/>
              <a:gd name="connsiteX1" fmla="*/ 4324671 w 4324671"/>
              <a:gd name="connsiteY1" fmla="*/ 0 h 2702308"/>
              <a:gd name="connsiteX2" fmla="*/ 4324671 w 4324671"/>
              <a:gd name="connsiteY2" fmla="*/ 2702308 h 2702308"/>
              <a:gd name="connsiteX3" fmla="*/ 0 w 4324671"/>
              <a:gd name="connsiteY3" fmla="*/ 2702308 h 27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4671" h="2702308">
                <a:moveTo>
                  <a:pt x="0" y="0"/>
                </a:moveTo>
                <a:lnTo>
                  <a:pt x="4324671" y="0"/>
                </a:lnTo>
                <a:lnTo>
                  <a:pt x="4324671" y="2702308"/>
                </a:lnTo>
                <a:lnTo>
                  <a:pt x="0" y="2702308"/>
                </a:lnTo>
                <a:close/>
              </a:path>
            </a:pathLst>
          </a:custGeom>
          <a:noFill/>
        </p:spPr>
        <p:txBody>
          <a:bodyPr wrap="square" lIns="0" tIns="1620000" rIns="0" bIns="0" anchor="t">
            <a:no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</a:t>
            </a:r>
            <a:br>
              <a:rPr lang="en-GB" noProof="0"/>
            </a:br>
            <a:r>
              <a:rPr lang="en-GB" noProof="0"/>
              <a:t>to the clipboard, select the placeholder and click paste.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7D7421-A439-BEB8-FC29-C65CBFED23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0" y="1851750"/>
            <a:ext cx="2340000" cy="2700000"/>
          </a:xfr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74B51991-7A71-F1C3-E075-F9B62E869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275"/>
            <a:ext cx="2340000" cy="539999"/>
          </a:xfrm>
        </p:spPr>
        <p:txBody>
          <a:bodyPr/>
          <a:lstStyle/>
          <a:p>
            <a:r>
              <a:rPr lang="en-GB" noProof="0"/>
              <a:t>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17D4A6C-C812-6ACE-1D52-13D6A0BDB441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>
          <a:xfrm>
            <a:off x="684149" y="231750"/>
            <a:ext cx="468000" cy="180000"/>
          </a:xfrm>
        </p:spPr>
        <p:txBody>
          <a:bodyPr/>
          <a:lstStyle/>
          <a:p>
            <a:fld id="{FDD21E16-4DDC-40D1-87B6-6A02DBCBBF5B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11" name="Footer Placeholder 12">
            <a:extLst>
              <a:ext uri="{FF2B5EF4-FFF2-40B4-BE49-F238E27FC236}">
                <a16:creationId xmlns:a16="http://schemas.microsoft.com/office/drawing/2014/main" id="{BBE35570-97DD-27EA-70A9-5DF09BECD60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5">
            <a:extLst>
              <a:ext uri="{FF2B5EF4-FFF2-40B4-BE49-F238E27FC236}">
                <a16:creationId xmlns:a16="http://schemas.microsoft.com/office/drawing/2014/main" id="{06829727-6F4D-7623-45F5-1E14A957A63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>
          <a:xfrm>
            <a:off x="432000" y="231750"/>
            <a:ext cx="252149" cy="180000"/>
          </a:xfrm>
        </p:spPr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FC30A9A6-2842-55A1-7F4D-6C15C12C08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275"/>
            <a:ext cx="234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2559669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Video Smartpho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CE773C30-5020-F783-DAB1-2CC19FA77D0A}"/>
              </a:ext>
            </a:extLst>
          </p:cNvPr>
          <p:cNvGrpSpPr/>
          <p:nvPr userDrawn="1"/>
        </p:nvGrpSpPr>
        <p:grpSpPr>
          <a:xfrm>
            <a:off x="5072642" y="952500"/>
            <a:ext cx="2118861" cy="3793357"/>
            <a:chOff x="5072642" y="952500"/>
            <a:chExt cx="2118861" cy="3793357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E9C590B-BE81-CC7F-8648-0E0087B36454}"/>
                </a:ext>
              </a:extLst>
            </p:cNvPr>
            <p:cNvSpPr/>
            <p:nvPr userDrawn="1"/>
          </p:nvSpPr>
          <p:spPr bwMode="gray">
            <a:xfrm>
              <a:off x="5299428" y="1093403"/>
              <a:ext cx="1665288" cy="3511550"/>
            </a:xfrm>
            <a:prstGeom prst="roundRect">
              <a:avLst>
                <a:gd name="adj" fmla="val 1329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" name="Grafik 9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8F8FB315-4832-347A-F4A1-2952344DDD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5072642" y="952500"/>
              <a:ext cx="2118861" cy="3793357"/>
            </a:xfrm>
            <a:prstGeom prst="rect">
              <a:avLst/>
            </a:prstGeom>
          </p:spPr>
        </p:pic>
      </p:grpSp>
      <p:sp>
        <p:nvSpPr>
          <p:cNvPr id="22" name="Media Placeholder 21">
            <a:extLst>
              <a:ext uri="{FF2B5EF4-FFF2-40B4-BE49-F238E27FC236}">
                <a16:creationId xmlns:a16="http://schemas.microsoft.com/office/drawing/2014/main" id="{0BC38208-45FA-3A9C-42A1-C574F48CFCFD}"/>
              </a:ext>
            </a:extLst>
          </p:cNvPr>
          <p:cNvSpPr>
            <a:spLocks noGrp="1" noChangeAspect="1"/>
          </p:cNvSpPr>
          <p:nvPr>
            <p:ph type="media" sz="quarter" idx="22" hasCustomPrompt="1"/>
          </p:nvPr>
        </p:nvSpPr>
        <p:spPr bwMode="gray">
          <a:xfrm>
            <a:off x="5325422" y="1406582"/>
            <a:ext cx="1613300" cy="2875187"/>
          </a:xfrm>
          <a:prstGeom prst="rect">
            <a:avLst/>
          </a:prstGeom>
        </p:spPr>
        <p:txBody>
          <a:bodyPr wrap="square" tIns="1980000">
            <a:noAutofit/>
          </a:bodyPr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a video by clicking on the icon. 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F23A919-C26F-E063-C784-F2DAEAF955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0" y="0"/>
            <a:ext cx="3132000" cy="5143500"/>
          </a:xfrm>
          <a:solidFill>
            <a:schemeClr val="bg1"/>
          </a:solidFill>
        </p:spPr>
        <p:txBody>
          <a:bodyPr lIns="432000" tIns="1854000" rIns="180000" bIns="180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rgbClr val="2793C9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buAutoNum type="arabicPeriod"/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rgbClr val="2793C9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4" name="Title 14">
            <a:extLst>
              <a:ext uri="{FF2B5EF4-FFF2-40B4-BE49-F238E27FC236}">
                <a16:creationId xmlns:a16="http://schemas.microsoft.com/office/drawing/2014/main" id="{B49B11CE-1628-5E6B-F641-1602FFF1C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2339771" cy="539999"/>
          </a:xfrm>
        </p:spPr>
        <p:txBody>
          <a:bodyPr lIns="0" tIns="0" r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25" name="Date Placeholder 9">
            <a:extLst>
              <a:ext uri="{FF2B5EF4-FFF2-40B4-BE49-F238E27FC236}">
                <a16:creationId xmlns:a16="http://schemas.microsoft.com/office/drawing/2014/main" id="{15BB2876-76A0-1E3C-4658-1E682135CA72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684149" y="231750"/>
            <a:ext cx="468000" cy="180000"/>
          </a:xfrm>
        </p:spPr>
        <p:txBody>
          <a:bodyPr/>
          <a:lstStyle/>
          <a:p>
            <a:fld id="{EB034E6E-986F-4C00-8084-AD9E7B21F010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26" name="Footer Placeholder 10">
            <a:extLst>
              <a:ext uri="{FF2B5EF4-FFF2-40B4-BE49-F238E27FC236}">
                <a16:creationId xmlns:a16="http://schemas.microsoft.com/office/drawing/2014/main" id="{1DBED57E-DBB6-9928-01F5-2D72E63B81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Slide Number Placeholder 11">
            <a:extLst>
              <a:ext uri="{FF2B5EF4-FFF2-40B4-BE49-F238E27FC236}">
                <a16:creationId xmlns:a16="http://schemas.microsoft.com/office/drawing/2014/main" id="{F93DD469-B2A5-E1B7-E988-0555481D4D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432000" y="231750"/>
            <a:ext cx="252149" cy="180000"/>
          </a:xfrm>
        </p:spPr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AE8B1D34-FA01-3B20-A167-F3DAFBCD23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2339771" cy="180000"/>
          </a:xfrm>
        </p:spPr>
        <p:txBody>
          <a:bodyPr lIns="0" r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2440750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Video Noteboo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35030A3-364D-6F1E-6199-B2B7F4FCE082}"/>
              </a:ext>
            </a:extLst>
          </p:cNvPr>
          <p:cNvGrpSpPr/>
          <p:nvPr userDrawn="1"/>
        </p:nvGrpSpPr>
        <p:grpSpPr>
          <a:xfrm>
            <a:off x="3438798" y="1485900"/>
            <a:ext cx="5940337" cy="3541077"/>
            <a:chOff x="3438798" y="1485900"/>
            <a:chExt cx="5940337" cy="3541077"/>
          </a:xfrm>
        </p:grpSpPr>
        <p:pic>
          <p:nvPicPr>
            <p:cNvPr id="2" name="Grafik 6" descr="Ein Bild, das Text, Im Haus, Screenshot, Nachthimmel enthält.&#10;&#10;Automatisch generierte Beschreibung">
              <a:extLst>
                <a:ext uri="{FF2B5EF4-FFF2-40B4-BE49-F238E27FC236}">
                  <a16:creationId xmlns:a16="http://schemas.microsoft.com/office/drawing/2014/main" id="{BC882F22-69AD-49D1-595F-D4C2CB54AAC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gray">
            <a:xfrm>
              <a:off x="3438798" y="1485900"/>
              <a:ext cx="5940337" cy="3541077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90FAAC2-ACE4-2BD2-8390-A75E3E0FC4C7}"/>
                </a:ext>
              </a:extLst>
            </p:cNvPr>
            <p:cNvSpPr/>
            <p:nvPr userDrawn="1"/>
          </p:nvSpPr>
          <p:spPr bwMode="gray">
            <a:xfrm>
              <a:off x="4089992" y="1779181"/>
              <a:ext cx="4550734" cy="28424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B47822A5-0AA4-C06F-A39A-0AE242B2F34B}"/>
              </a:ext>
            </a:extLst>
          </p:cNvPr>
          <p:cNvSpPr>
            <a:spLocks noGrp="1"/>
          </p:cNvSpPr>
          <p:nvPr>
            <p:ph type="media" sz="quarter" idx="21" hasCustomPrompt="1"/>
          </p:nvPr>
        </p:nvSpPr>
        <p:spPr bwMode="gray">
          <a:xfrm>
            <a:off x="4211432" y="1853424"/>
            <a:ext cx="4324671" cy="2702308"/>
          </a:xfrm>
        </p:spPr>
        <p:txBody>
          <a:bodyPr tIns="1620000"/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a video by clicking on the icon. 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0" y="1851750"/>
            <a:ext cx="2340000" cy="2700000"/>
          </a:xfr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C602BC-3455-58E7-8D50-6BA1DF4116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2340000" cy="539999"/>
          </a:xfrm>
        </p:spPr>
        <p:txBody>
          <a:bodyPr/>
          <a:lstStyle/>
          <a:p>
            <a:r>
              <a:rPr lang="en-GB" noProof="0"/>
              <a:t>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D03A7D-5558-223D-3BB7-2DE1D2647434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/>
        <p:txBody>
          <a:bodyPr/>
          <a:lstStyle/>
          <a:p>
            <a:fld id="{B6C1842D-E7C8-4765-87A1-866880E40167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A9D06A1-D455-8828-FE51-53CF23B4CBC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1BE75C5-636C-235F-20D8-92A942B5741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234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119117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2">
            <a:extLst>
              <a:ext uri="{FF2B5EF4-FFF2-40B4-BE49-F238E27FC236}">
                <a16:creationId xmlns:a16="http://schemas.microsoft.com/office/drawing/2014/main" id="{560DAF77-C570-863F-3745-E9167BD57EA3}"/>
              </a:ext>
            </a:extLst>
          </p:cNvPr>
          <p:cNvSpPr/>
          <p:nvPr userDrawn="1"/>
        </p:nvSpPr>
        <p:spPr bwMode="gray">
          <a:xfrm>
            <a:off x="8172450" y="-1"/>
            <a:ext cx="792000" cy="33972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62880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575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8863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5151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14398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177278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40157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03037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400" cap="all" noProof="0">
              <a:solidFill>
                <a:schemeClr val="accent1"/>
              </a:solidFill>
              <a:latin typeface="Arial" panose="020B0604020202020204" pitchFamily="34" charset="0"/>
              <a:ea typeface="Open Sans Condensed" panose="020B08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>
          <a:xfrm>
            <a:off x="9152181" y="762"/>
            <a:ext cx="36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73021E96-9EE3-4081-A2B9-ADCA61A870FF}" type="datetime1">
              <a:rPr lang="en-GB" smtClean="0"/>
              <a:t>05/02/2026</a:t>
            </a:fld>
            <a:endParaRPr lang="en-GB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>
          <a:xfrm>
            <a:off x="9152181" y="762"/>
            <a:ext cx="36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>
          <a:xfrm>
            <a:off x="9152181" y="762"/>
            <a:ext cx="36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68A3F4E2-5ECA-D70B-2652-D0E353007923}"/>
              </a:ext>
            </a:extLst>
          </p:cNvPr>
          <p:cNvSpPr>
            <a:spLocks noGrp="1"/>
          </p:cNvSpPr>
          <p:nvPr>
            <p:ph type="media" sz="quarter" idx="17" hasCustomPrompt="1"/>
          </p:nvPr>
        </p:nvSpPr>
        <p:spPr bwMode="gray">
          <a:xfrm>
            <a:off x="0" y="0"/>
            <a:ext cx="9144000" cy="5143500"/>
          </a:xfrm>
        </p:spPr>
        <p:txBody>
          <a:bodyPr tIns="2916000"/>
          <a:lstStyle>
            <a:lvl1pPr algn="ctr">
              <a:defRPr sz="600"/>
            </a:lvl1pPr>
          </a:lstStyle>
          <a:p>
            <a:r>
              <a:rPr lang="en-GB" noProof="0"/>
              <a:t>Insert a video by clicking on the icon. </a:t>
            </a:r>
          </a:p>
        </p:txBody>
      </p:sp>
    </p:spTree>
    <p:extLst>
      <p:ext uri="{BB962C8B-B14F-4D97-AF65-F5344CB8AC3E}">
        <p14:creationId xmlns:p14="http://schemas.microsoft.com/office/powerpoint/2010/main" val="32211738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4F54E61A-05CC-46D9-BDBB-DF76F7D6EA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lIns="4032000" tIns="1476000" rIns="0" bIns="0" anchor="t">
            <a:noAutofit/>
          </a:bodyPr>
          <a:lstStyle>
            <a:lvl1pPr marL="0" indent="0" algn="l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  <a:br>
              <a:rPr lang="en-GB" noProof="0"/>
            </a:br>
            <a:endParaRPr lang="en-GB" noProof="0"/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 bwMode="gray">
          <a:xfrm>
            <a:off x="432001" y="2032000"/>
            <a:ext cx="3239888" cy="2879750"/>
          </a:xfrm>
          <a:solidFill>
            <a:schemeClr val="bg1"/>
          </a:solidFill>
        </p:spPr>
        <p:txBody>
          <a:bodyPr lIns="360000" tIns="180000" rIns="180000" bIns="1080000" anchor="b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add title 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83CA0-5C56-48E6-9A21-CCB7BF2CED1E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/>
          </p:nvPr>
        </p:nvSpPr>
        <p:spPr bwMode="gray">
          <a:xfrm>
            <a:off x="792000" y="4011750"/>
            <a:ext cx="2520000" cy="53961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0597557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Blanc // Product design 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0" y="0"/>
            <a:ext cx="3132000" cy="5143500"/>
          </a:xfrm>
          <a:solidFill>
            <a:schemeClr val="bg1"/>
          </a:solidFill>
        </p:spPr>
        <p:txBody>
          <a:bodyPr lIns="432000" tIns="1854000" rIns="180000" bIns="180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rgbClr val="2793C9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buAutoNum type="arabicPeriod"/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rgbClr val="2793C9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2339771" cy="539999"/>
          </a:xfrm>
        </p:spPr>
        <p:txBody>
          <a:bodyPr lIns="0" tIns="0" r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6" name="TextBox 15"/>
          <p:cNvSpPr txBox="1"/>
          <p:nvPr userDrawn="1"/>
        </p:nvSpPr>
        <p:spPr bwMode="gray">
          <a:xfrm>
            <a:off x="9177900" y="0"/>
            <a:ext cx="36000" cy="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/>
            <a:r>
              <a:rPr lang="en-GB" sz="100" noProof="0">
                <a:solidFill>
                  <a:schemeClr val="tx1">
                    <a:alpha val="0"/>
                  </a:schemeClr>
                </a:solidFill>
              </a:rPr>
              <a:t> 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04241F82-E224-417A-8DE9-68B230F50A05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2339771" cy="180000"/>
          </a:xfrm>
        </p:spPr>
        <p:txBody>
          <a:bodyPr lIns="0" r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3988888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>
          <a:xfrm>
            <a:off x="9151709" y="0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A37CF9D1-931B-46ED-9793-72741132DDC2}" type="datetime1">
              <a:rPr lang="en-GB" noProof="1" smtClean="0"/>
              <a:t>05/02/2026</a:t>
            </a:fld>
            <a:r>
              <a:rPr lang="en-GB" noProof="1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>
          <a:xfrm>
            <a:off x="9151709" y="0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en-GB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>
          <a:xfrm>
            <a:off x="9151709" y="0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A0998A37-7DA0-4797-BE0F-1407C577BB96}" type="slidenum">
              <a:rPr lang="en-GB" noProof="1" smtClean="0"/>
              <a:pPr/>
              <a:t>‹#›</a:t>
            </a:fld>
            <a:r>
              <a:rPr lang="en-GB" noProof="1"/>
              <a:t> 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05C60264-B08E-456A-B7CF-6A386C2198F6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31800" y="1456419"/>
            <a:ext cx="7740650" cy="2303463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none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eaLnBrk="1" hangingPunct="1">
              <a:lnSpc>
                <a:spcPct val="90000"/>
              </a:lnSpc>
              <a:defRPr sz="3400" cap="all" baseline="0">
                <a:solidFill>
                  <a:schemeClr val="tx1"/>
                </a:solidFill>
                <a:latin typeface="+mj-lt"/>
              </a:defRPr>
            </a:lvl2pPr>
            <a:lvl3pPr eaLnBrk="1" hangingPunct="1">
              <a:lnSpc>
                <a:spcPct val="88000"/>
              </a:lnSpc>
              <a:defRPr sz="4500" cap="all" baseline="0">
                <a:solidFill>
                  <a:schemeClr val="tx1"/>
                </a:solidFill>
                <a:latin typeface="+mj-lt"/>
              </a:defRPr>
            </a:lvl3pPr>
            <a:lvl4pPr eaLnBrk="1" hangingPunct="1">
              <a:lnSpc>
                <a:spcPct val="87000"/>
              </a:lnSpc>
              <a:defRPr sz="5600" cap="all" baseline="0">
                <a:solidFill>
                  <a:schemeClr val="tx1"/>
                </a:solidFill>
                <a:latin typeface="+mj-lt"/>
              </a:defRPr>
            </a:lvl4pPr>
            <a:lvl5pPr eaLnBrk="1" hangingPunct="1">
              <a:lnSpc>
                <a:spcPct val="86000"/>
              </a:lnSpc>
              <a:defRPr sz="6700" cap="all" baseline="0">
                <a:solidFill>
                  <a:schemeClr val="tx1"/>
                </a:solidFill>
                <a:latin typeface="+mj-lt"/>
              </a:defRPr>
            </a:lvl5pPr>
            <a:lvl6pPr eaLnBrk="1" hangingPunct="1">
              <a:lnSpc>
                <a:spcPct val="85000"/>
              </a:lnSpc>
              <a:defRPr sz="7800" cap="all" baseline="0">
                <a:solidFill>
                  <a:schemeClr val="tx1"/>
                </a:solidFill>
                <a:latin typeface="+mj-lt"/>
              </a:defRPr>
            </a:lvl6pPr>
            <a:lvl7pPr eaLnBrk="1" hangingPunct="1">
              <a:lnSpc>
                <a:spcPct val="84000"/>
              </a:lnSpc>
              <a:defRPr sz="8900" cap="all" baseline="0">
                <a:solidFill>
                  <a:schemeClr val="tx1"/>
                </a:solidFill>
                <a:latin typeface="+mj-lt"/>
              </a:defRPr>
            </a:lvl7pPr>
            <a:lvl8pPr eaLnBrk="1" hangingPunct="1">
              <a:lnSpc>
                <a:spcPct val="120000"/>
              </a:lnSpc>
              <a:defRPr sz="1000" cap="all" baseline="0">
                <a:solidFill>
                  <a:schemeClr val="tx1"/>
                </a:solidFill>
                <a:latin typeface="+mj-lt"/>
              </a:defRPr>
            </a:lvl8pPr>
            <a:lvl9pPr eaLnBrk="1" hangingPunct="1">
              <a:lnSpc>
                <a:spcPct val="120000"/>
              </a:lnSpc>
              <a:defRPr sz="1000" cap="all" baseline="0">
                <a:solidFill>
                  <a:schemeClr val="tx1"/>
                </a:solidFill>
                <a:latin typeface="+mj-lt"/>
              </a:defRPr>
            </a:lvl9pPr>
          </a:lstStyle>
          <a:p>
            <a:pPr algn="l"/>
            <a:r>
              <a:rPr lang="en-GB" sz="3800" b="0" noProof="0" dirty="0">
                <a:solidFill>
                  <a:schemeClr val="tx1"/>
                </a:solidFill>
              </a:rPr>
              <a:t>Thank You, </a:t>
            </a:r>
            <a:r>
              <a:rPr lang="en-GB" sz="3800" b="0" noProof="0" dirty="0" err="1">
                <a:solidFill>
                  <a:schemeClr val="tx1"/>
                </a:solidFill>
              </a:rPr>
              <a:t>Vielen</a:t>
            </a:r>
            <a:r>
              <a:rPr lang="en-GB" sz="3800" b="0" noProof="0" dirty="0">
                <a:solidFill>
                  <a:schemeClr val="tx1"/>
                </a:solidFill>
              </a:rPr>
              <a:t> Dank, </a:t>
            </a:r>
          </a:p>
          <a:p>
            <a:pPr algn="l"/>
            <a:r>
              <a:rPr lang="en-GB" sz="3800" b="0" noProof="0" dirty="0">
                <a:solidFill>
                  <a:schemeClr val="tx1"/>
                </a:solidFill>
              </a:rPr>
              <a:t>Merci Beaucoup, </a:t>
            </a:r>
            <a:r>
              <a:rPr lang="en-GB" sz="3800" b="0" noProof="0" dirty="0" err="1">
                <a:solidFill>
                  <a:schemeClr val="tx1"/>
                </a:solidFill>
              </a:rPr>
              <a:t>Muito</a:t>
            </a:r>
            <a:r>
              <a:rPr lang="en-GB" sz="3800" b="0" noProof="0" dirty="0">
                <a:solidFill>
                  <a:schemeClr val="tx1"/>
                </a:solidFill>
              </a:rPr>
              <a:t> </a:t>
            </a:r>
            <a:r>
              <a:rPr lang="en-GB" sz="3800" b="0" noProof="0" dirty="0" err="1">
                <a:solidFill>
                  <a:schemeClr val="tx1"/>
                </a:solidFill>
              </a:rPr>
              <a:t>Obrigado</a:t>
            </a:r>
            <a:r>
              <a:rPr lang="en-GB" sz="3800" b="0" noProof="0" dirty="0">
                <a:solidFill>
                  <a:schemeClr val="tx1"/>
                </a:solidFill>
              </a:rPr>
              <a:t>, </a:t>
            </a:r>
            <a:r>
              <a:rPr lang="en-GB" sz="3800" b="0" noProof="0" dirty="0" err="1">
                <a:solidFill>
                  <a:schemeClr val="tx1"/>
                </a:solidFill>
              </a:rPr>
              <a:t>Muchas</a:t>
            </a:r>
            <a:r>
              <a:rPr lang="en-GB" sz="3800" b="0" noProof="0" dirty="0">
                <a:solidFill>
                  <a:schemeClr val="tx1"/>
                </a:solidFill>
              </a:rPr>
              <a:t> Gracias, </a:t>
            </a:r>
            <a:r>
              <a:rPr lang="en-GB" sz="3800" b="0" noProof="0" dirty="0" err="1">
                <a:solidFill>
                  <a:schemeClr val="tx1"/>
                </a:solidFill>
              </a:rPr>
              <a:t>Grazie</a:t>
            </a:r>
            <a:r>
              <a:rPr lang="en-GB" sz="3800" b="0" noProof="0" dirty="0">
                <a:solidFill>
                  <a:schemeClr val="tx1"/>
                </a:solidFill>
              </a:rPr>
              <a:t> Mille, </a:t>
            </a:r>
            <a:br>
              <a:rPr lang="en-GB" sz="3800" b="0" noProof="0" dirty="0">
                <a:solidFill>
                  <a:schemeClr val="tx1"/>
                </a:solidFill>
              </a:rPr>
            </a:br>
            <a:r>
              <a:rPr lang="ja-JP" altLang="en-GB" sz="3800" b="0" noProof="0" dirty="0">
                <a:solidFill>
                  <a:schemeClr val="tx1"/>
                </a:solidFill>
              </a:rPr>
              <a:t>谢谢</a:t>
            </a:r>
            <a:r>
              <a:rPr lang="en-GB" altLang="ja-JP" sz="3800" b="0" noProof="0" dirty="0">
                <a:solidFill>
                  <a:schemeClr val="tx1"/>
                </a:solidFill>
              </a:rPr>
              <a:t>, </a:t>
            </a:r>
            <a:r>
              <a:rPr lang="en-GB" altLang="ja-JP" sz="3800" b="0" noProof="0" dirty="0" err="1">
                <a:solidFill>
                  <a:schemeClr val="tx1"/>
                </a:solidFill>
              </a:rPr>
              <a:t>Спасибо</a:t>
            </a:r>
            <a:r>
              <a:rPr lang="en-GB" altLang="ja-JP" sz="3800" b="0" noProof="0" dirty="0">
                <a:solidFill>
                  <a:schemeClr val="tx1"/>
                </a:solidFill>
              </a:rPr>
              <a:t>, </a:t>
            </a:r>
            <a:r>
              <a:rPr lang="en-GB" sz="3800" b="0" i="0" kern="1200" cap="none" baseline="0" noProof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Dziękuję</a:t>
            </a:r>
            <a:r>
              <a:rPr lang="en-GB" sz="3800" b="0" i="0" kern="1200" cap="none" baseline="0" noProof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</a:t>
            </a:r>
            <a:r>
              <a:rPr lang="en-GB" sz="3800" b="0" i="0" kern="1200" cap="none" baseline="0" noProof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شكرا</a:t>
            </a:r>
            <a:r>
              <a:rPr lang="en-GB" sz="3800" b="0" i="0" kern="1200" cap="none" baseline="0" noProof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</a:t>
            </a:r>
            <a:r>
              <a:rPr lang="en-GB" sz="4000" b="0" kern="1200" cap="none" baseline="0" noProof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धन्यवाद</a:t>
            </a:r>
            <a:r>
              <a:rPr lang="en-GB" sz="4000" b="0" kern="1200" cap="none" baseline="0" noProof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</a:t>
            </a:r>
            <a:r>
              <a:rPr lang="el-GR" sz="4000" b="0" kern="1200" cap="none" baseline="0" noProof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Ευχαριστώ</a:t>
            </a:r>
            <a:r>
              <a:rPr lang="de-DE" sz="4000" b="0" kern="1200" cap="none" baseline="0" noProof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</a:t>
            </a:r>
            <a:r>
              <a:rPr lang="de-DE" sz="4000" b="0" kern="1200" cap="none" baseline="0" noProof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Teşekkürler</a:t>
            </a:r>
            <a:endParaRPr lang="en-GB" sz="3800" b="0" i="0" kern="1200" cap="none" baseline="0" noProof="0" dirty="0">
              <a:solidFill>
                <a:schemeClr val="tx1"/>
              </a:solidFill>
              <a:effectLst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66275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32588" y="591750"/>
            <a:ext cx="6300000" cy="5399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32001" y="1851750"/>
            <a:ext cx="6300000" cy="270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Sixth level</a:t>
            </a:r>
          </a:p>
          <a:p>
            <a:pPr lvl="6"/>
            <a:r>
              <a:rPr lang="en-GB" noProof="0"/>
              <a:t>Seventh level</a:t>
            </a:r>
          </a:p>
          <a:p>
            <a:pPr lvl="7"/>
            <a:r>
              <a:rPr lang="en-GB" noProof="0"/>
              <a:t>Eighth level</a:t>
            </a:r>
          </a:p>
          <a:p>
            <a:pPr lvl="8"/>
            <a:r>
              <a:rPr lang="en-GB" noProof="0"/>
              <a:t>Ninth level</a:t>
            </a:r>
          </a:p>
        </p:txBody>
      </p:sp>
      <p:sp>
        <p:nvSpPr>
          <p:cNvPr id="43" name="Date Placeholder 3"/>
          <p:cNvSpPr>
            <a:spLocks noGrp="1"/>
          </p:cNvSpPr>
          <p:nvPr userDrawn="1">
            <p:ph type="dt" sz="half" idx="2"/>
          </p:nvPr>
        </p:nvSpPr>
        <p:spPr bwMode="gray">
          <a:xfrm>
            <a:off x="684149" y="231750"/>
            <a:ext cx="468000" cy="180000"/>
          </a:xfrm>
          <a:prstGeom prst="rect">
            <a:avLst/>
          </a:prstGeom>
        </p:spPr>
        <p:txBody>
          <a:bodyPr wrap="none" lIns="0" tIns="0" rIns="0" bIns="0" anchor="t"/>
          <a:lstStyle>
            <a:lvl1pPr>
              <a:defRPr sz="500" b="0" i="0">
                <a:solidFill>
                  <a:schemeClr val="tx1"/>
                </a:solidFill>
              </a:defRPr>
            </a:lvl1pPr>
          </a:lstStyle>
          <a:p>
            <a:fld id="{A87430DB-450A-4864-AC49-D7C268A611FC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44" name="Footer Placeholder 4"/>
          <p:cNvSpPr>
            <a:spLocks noGrp="1"/>
          </p:cNvSpPr>
          <p:nvPr userDrawn="1">
            <p:ph type="ftr" sz="quarter" idx="3"/>
          </p:nvPr>
        </p:nvSpPr>
        <p:spPr bwMode="gray">
          <a:xfrm>
            <a:off x="1152149" y="231750"/>
            <a:ext cx="900489" cy="180000"/>
          </a:xfrm>
          <a:prstGeom prst="rect">
            <a:avLst/>
          </a:prstGeom>
        </p:spPr>
        <p:txBody>
          <a:bodyPr wrap="none" lIns="0" tIns="0" rIns="0" bIns="0" anchor="t"/>
          <a:lstStyle>
            <a:lvl1pPr algn="l">
              <a:defRPr sz="500" b="0" i="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5" name="Slide Number Placeholder 5"/>
          <p:cNvSpPr>
            <a:spLocks noGrp="1"/>
          </p:cNvSpPr>
          <p:nvPr userDrawn="1">
            <p:ph type="sldNum" sz="quarter" idx="4"/>
          </p:nvPr>
        </p:nvSpPr>
        <p:spPr bwMode="gray">
          <a:xfrm>
            <a:off x="432000" y="231750"/>
            <a:ext cx="252149" cy="180000"/>
          </a:xfrm>
          <a:prstGeom prst="rect">
            <a:avLst/>
          </a:prstGeom>
        </p:spPr>
        <p:txBody>
          <a:bodyPr wrap="none" lIns="0" tIns="0" rIns="0" bIns="0" anchor="t"/>
          <a:lstStyle>
            <a:lvl1pPr algn="l">
              <a:defRPr sz="500" b="0" i="0">
                <a:solidFill>
                  <a:schemeClr val="tx1"/>
                </a:solidFill>
              </a:defRPr>
            </a:lvl1pPr>
          </a:lstStyle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3" name="Freeform 14">
            <a:extLst>
              <a:ext uri="{FF2B5EF4-FFF2-40B4-BE49-F238E27FC236}">
                <a16:creationId xmlns:a16="http://schemas.microsoft.com/office/drawing/2014/main" id="{4350C048-0611-439D-A89E-F96847AE4CFB}"/>
              </a:ext>
            </a:extLst>
          </p:cNvPr>
          <p:cNvSpPr>
            <a:spLocks noChangeAspect="1" noEditPoints="1"/>
          </p:cNvSpPr>
          <p:nvPr/>
        </p:nvSpPr>
        <p:spPr bwMode="gray">
          <a:xfrm>
            <a:off x="8352000" y="231750"/>
            <a:ext cx="360000" cy="67315"/>
          </a:xfrm>
          <a:custGeom>
            <a:avLst/>
            <a:gdLst>
              <a:gd name="T0" fmla="*/ 1052 w 1134"/>
              <a:gd name="T1" fmla="*/ 196 h 212"/>
              <a:gd name="T2" fmla="*/ 1092 w 1134"/>
              <a:gd name="T3" fmla="*/ 212 h 212"/>
              <a:gd name="T4" fmla="*/ 1132 w 1134"/>
              <a:gd name="T5" fmla="*/ 181 h 212"/>
              <a:gd name="T6" fmla="*/ 1018 w 1134"/>
              <a:gd name="T7" fmla="*/ 15 h 212"/>
              <a:gd name="T8" fmla="*/ 978 w 1134"/>
              <a:gd name="T9" fmla="*/ 0 h 212"/>
              <a:gd name="T10" fmla="*/ 939 w 1134"/>
              <a:gd name="T11" fmla="*/ 15 h 212"/>
              <a:gd name="T12" fmla="*/ 844 w 1134"/>
              <a:gd name="T13" fmla="*/ 154 h 212"/>
              <a:gd name="T14" fmla="*/ 786 w 1134"/>
              <a:gd name="T15" fmla="*/ 23 h 212"/>
              <a:gd name="T16" fmla="*/ 744 w 1134"/>
              <a:gd name="T17" fmla="*/ 0 h 212"/>
              <a:gd name="T18" fmla="*/ 702 w 1134"/>
              <a:gd name="T19" fmla="*/ 23 h 212"/>
              <a:gd name="T20" fmla="*/ 598 w 1134"/>
              <a:gd name="T21" fmla="*/ 0 h 212"/>
              <a:gd name="T22" fmla="*/ 524 w 1134"/>
              <a:gd name="T23" fmla="*/ 0 h 212"/>
              <a:gd name="T24" fmla="*/ 482 w 1134"/>
              <a:gd name="T25" fmla="*/ 23 h 212"/>
              <a:gd name="T26" fmla="*/ 482 w 1134"/>
              <a:gd name="T27" fmla="*/ 168 h 212"/>
              <a:gd name="T28" fmla="*/ 444 w 1134"/>
              <a:gd name="T29" fmla="*/ 154 h 212"/>
              <a:gd name="T30" fmla="*/ 386 w 1134"/>
              <a:gd name="T31" fmla="*/ 23 h 212"/>
              <a:gd name="T32" fmla="*/ 344 w 1134"/>
              <a:gd name="T33" fmla="*/ 0 h 212"/>
              <a:gd name="T34" fmla="*/ 302 w 1134"/>
              <a:gd name="T35" fmla="*/ 23 h 212"/>
              <a:gd name="T36" fmla="*/ 196 w 1134"/>
              <a:gd name="T37" fmla="*/ 15 h 212"/>
              <a:gd name="T38" fmla="*/ 156 w 1134"/>
              <a:gd name="T39" fmla="*/ 0 h 212"/>
              <a:gd name="T40" fmla="*/ 117 w 1134"/>
              <a:gd name="T41" fmla="*/ 15 h 212"/>
              <a:gd name="T42" fmla="*/ 3 w 1134"/>
              <a:gd name="T43" fmla="*/ 181 h 212"/>
              <a:gd name="T44" fmla="*/ 42 w 1134"/>
              <a:gd name="T45" fmla="*/ 212 h 212"/>
              <a:gd name="T46" fmla="*/ 83 w 1134"/>
              <a:gd name="T47" fmla="*/ 196 h 212"/>
              <a:gd name="T48" fmla="*/ 95 w 1134"/>
              <a:gd name="T49" fmla="*/ 174 h 212"/>
              <a:gd name="T50" fmla="*/ 217 w 1134"/>
              <a:gd name="T51" fmla="*/ 174 h 212"/>
              <a:gd name="T52" fmla="*/ 230 w 1134"/>
              <a:gd name="T53" fmla="*/ 196 h 212"/>
              <a:gd name="T54" fmla="*/ 307 w 1134"/>
              <a:gd name="T55" fmla="*/ 200 h 212"/>
              <a:gd name="T56" fmla="*/ 344 w 1134"/>
              <a:gd name="T57" fmla="*/ 212 h 212"/>
              <a:gd name="T58" fmla="*/ 444 w 1134"/>
              <a:gd name="T59" fmla="*/ 212 h 212"/>
              <a:gd name="T60" fmla="*/ 524 w 1134"/>
              <a:gd name="T61" fmla="*/ 212 h 212"/>
              <a:gd name="T62" fmla="*/ 566 w 1134"/>
              <a:gd name="T63" fmla="*/ 189 h 212"/>
              <a:gd name="T64" fmla="*/ 566 w 1134"/>
              <a:gd name="T65" fmla="*/ 146 h 212"/>
              <a:gd name="T66" fmla="*/ 598 w 1134"/>
              <a:gd name="T67" fmla="*/ 146 h 212"/>
              <a:gd name="T68" fmla="*/ 702 w 1134"/>
              <a:gd name="T69" fmla="*/ 189 h 212"/>
              <a:gd name="T70" fmla="*/ 702 w 1134"/>
              <a:gd name="T71" fmla="*/ 189 h 212"/>
              <a:gd name="T72" fmla="*/ 744 w 1134"/>
              <a:gd name="T73" fmla="*/ 212 h 212"/>
              <a:gd name="T74" fmla="*/ 864 w 1134"/>
              <a:gd name="T75" fmla="*/ 212 h 212"/>
              <a:gd name="T76" fmla="*/ 905 w 1134"/>
              <a:gd name="T77" fmla="*/ 196 h 212"/>
              <a:gd name="T78" fmla="*/ 917 w 1134"/>
              <a:gd name="T79" fmla="*/ 174 h 212"/>
              <a:gd name="T80" fmla="*/ 1039 w 1134"/>
              <a:gd name="T81" fmla="*/ 174 h 212"/>
              <a:gd name="T82" fmla="*/ 188 w 1134"/>
              <a:gd name="T83" fmla="*/ 124 h 212"/>
              <a:gd name="T84" fmla="*/ 156 w 1134"/>
              <a:gd name="T85" fmla="*/ 70 h 212"/>
              <a:gd name="T86" fmla="*/ 125 w 1134"/>
              <a:gd name="T87" fmla="*/ 124 h 212"/>
              <a:gd name="T88" fmla="*/ 598 w 1134"/>
              <a:gd name="T89" fmla="*/ 55 h 212"/>
              <a:gd name="T90" fmla="*/ 566 w 1134"/>
              <a:gd name="T91" fmla="*/ 90 h 212"/>
              <a:gd name="T92" fmla="*/ 598 w 1134"/>
              <a:gd name="T93" fmla="*/ 90 h 212"/>
              <a:gd name="T94" fmla="*/ 630 w 1134"/>
              <a:gd name="T95" fmla="*/ 73 h 212"/>
              <a:gd name="T96" fmla="*/ 598 w 1134"/>
              <a:gd name="T97" fmla="*/ 55 h 212"/>
              <a:gd name="T98" fmla="*/ 947 w 1134"/>
              <a:gd name="T99" fmla="*/ 124 h 212"/>
              <a:gd name="T100" fmla="*/ 1010 w 1134"/>
              <a:gd name="T101" fmla="*/ 124 h 212"/>
              <a:gd name="T102" fmla="*/ 978 w 1134"/>
              <a:gd name="T103" fmla="*/ 70 h 212"/>
              <a:gd name="T104" fmla="*/ 947 w 1134"/>
              <a:gd name="T105" fmla="*/ 124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134" h="212">
                <a:moveTo>
                  <a:pt x="1039" y="174"/>
                </a:moveTo>
                <a:cubicBezTo>
                  <a:pt x="1052" y="196"/>
                  <a:pt x="1052" y="196"/>
                  <a:pt x="1052" y="196"/>
                </a:cubicBezTo>
                <a:cubicBezTo>
                  <a:pt x="1052" y="196"/>
                  <a:pt x="1052" y="196"/>
                  <a:pt x="1052" y="196"/>
                </a:cubicBezTo>
                <a:cubicBezTo>
                  <a:pt x="1057" y="206"/>
                  <a:pt x="1074" y="212"/>
                  <a:pt x="1092" y="212"/>
                </a:cubicBezTo>
                <a:cubicBezTo>
                  <a:pt x="1115" y="212"/>
                  <a:pt x="1134" y="202"/>
                  <a:pt x="1134" y="189"/>
                </a:cubicBezTo>
                <a:cubicBezTo>
                  <a:pt x="1134" y="187"/>
                  <a:pt x="1133" y="184"/>
                  <a:pt x="1132" y="181"/>
                </a:cubicBezTo>
                <a:cubicBezTo>
                  <a:pt x="1132" y="181"/>
                  <a:pt x="1132" y="181"/>
                  <a:pt x="1132" y="181"/>
                </a:cubicBezTo>
                <a:cubicBezTo>
                  <a:pt x="1018" y="15"/>
                  <a:pt x="1018" y="15"/>
                  <a:pt x="1018" y="15"/>
                </a:cubicBezTo>
                <a:cubicBezTo>
                  <a:pt x="1018" y="15"/>
                  <a:pt x="1018" y="15"/>
                  <a:pt x="1018" y="15"/>
                </a:cubicBezTo>
                <a:cubicBezTo>
                  <a:pt x="1012" y="6"/>
                  <a:pt x="996" y="0"/>
                  <a:pt x="978" y="0"/>
                </a:cubicBezTo>
                <a:cubicBezTo>
                  <a:pt x="961" y="0"/>
                  <a:pt x="945" y="6"/>
                  <a:pt x="939" y="15"/>
                </a:cubicBezTo>
                <a:cubicBezTo>
                  <a:pt x="939" y="15"/>
                  <a:pt x="939" y="15"/>
                  <a:pt x="939" y="15"/>
                </a:cubicBezTo>
                <a:cubicBezTo>
                  <a:pt x="844" y="154"/>
                  <a:pt x="844" y="154"/>
                  <a:pt x="844" y="154"/>
                </a:cubicBezTo>
                <a:cubicBezTo>
                  <a:pt x="844" y="154"/>
                  <a:pt x="844" y="154"/>
                  <a:pt x="844" y="154"/>
                </a:cubicBezTo>
                <a:cubicBezTo>
                  <a:pt x="786" y="154"/>
                  <a:pt x="786" y="154"/>
                  <a:pt x="786" y="154"/>
                </a:cubicBezTo>
                <a:cubicBezTo>
                  <a:pt x="786" y="23"/>
                  <a:pt x="786" y="23"/>
                  <a:pt x="786" y="23"/>
                </a:cubicBezTo>
                <a:cubicBezTo>
                  <a:pt x="786" y="23"/>
                  <a:pt x="786" y="23"/>
                  <a:pt x="786" y="23"/>
                </a:cubicBezTo>
                <a:cubicBezTo>
                  <a:pt x="786" y="10"/>
                  <a:pt x="767" y="0"/>
                  <a:pt x="744" y="0"/>
                </a:cubicBezTo>
                <a:cubicBezTo>
                  <a:pt x="721" y="0"/>
                  <a:pt x="702" y="10"/>
                  <a:pt x="702" y="23"/>
                </a:cubicBezTo>
                <a:cubicBezTo>
                  <a:pt x="702" y="23"/>
                  <a:pt x="702" y="23"/>
                  <a:pt x="702" y="23"/>
                </a:cubicBezTo>
                <a:cubicBezTo>
                  <a:pt x="702" y="40"/>
                  <a:pt x="702" y="40"/>
                  <a:pt x="702" y="40"/>
                </a:cubicBezTo>
                <a:cubicBezTo>
                  <a:pt x="683" y="16"/>
                  <a:pt x="643" y="0"/>
                  <a:pt x="598" y="0"/>
                </a:cubicBezTo>
                <a:cubicBezTo>
                  <a:pt x="598" y="0"/>
                  <a:pt x="598" y="0"/>
                  <a:pt x="598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501" y="0"/>
                  <a:pt x="482" y="10"/>
                  <a:pt x="482" y="23"/>
                </a:cubicBezTo>
                <a:cubicBezTo>
                  <a:pt x="482" y="23"/>
                  <a:pt x="482" y="23"/>
                  <a:pt x="482" y="23"/>
                </a:cubicBezTo>
                <a:cubicBezTo>
                  <a:pt x="482" y="168"/>
                  <a:pt x="482" y="168"/>
                  <a:pt x="482" y="168"/>
                </a:cubicBezTo>
                <a:cubicBezTo>
                  <a:pt x="474" y="160"/>
                  <a:pt x="460" y="154"/>
                  <a:pt x="444" y="154"/>
                </a:cubicBezTo>
                <a:cubicBezTo>
                  <a:pt x="444" y="154"/>
                  <a:pt x="444" y="154"/>
                  <a:pt x="444" y="154"/>
                </a:cubicBezTo>
                <a:cubicBezTo>
                  <a:pt x="386" y="154"/>
                  <a:pt x="386" y="154"/>
                  <a:pt x="386" y="154"/>
                </a:cubicBezTo>
                <a:cubicBezTo>
                  <a:pt x="386" y="23"/>
                  <a:pt x="386" y="23"/>
                  <a:pt x="386" y="23"/>
                </a:cubicBezTo>
                <a:cubicBezTo>
                  <a:pt x="386" y="23"/>
                  <a:pt x="386" y="23"/>
                  <a:pt x="386" y="23"/>
                </a:cubicBezTo>
                <a:cubicBezTo>
                  <a:pt x="386" y="10"/>
                  <a:pt x="367" y="0"/>
                  <a:pt x="344" y="0"/>
                </a:cubicBezTo>
                <a:cubicBezTo>
                  <a:pt x="321" y="0"/>
                  <a:pt x="302" y="10"/>
                  <a:pt x="302" y="23"/>
                </a:cubicBezTo>
                <a:cubicBezTo>
                  <a:pt x="302" y="23"/>
                  <a:pt x="302" y="23"/>
                  <a:pt x="302" y="23"/>
                </a:cubicBezTo>
                <a:cubicBezTo>
                  <a:pt x="302" y="170"/>
                  <a:pt x="302" y="170"/>
                  <a:pt x="302" y="170"/>
                </a:cubicBezTo>
                <a:cubicBezTo>
                  <a:pt x="196" y="15"/>
                  <a:pt x="196" y="15"/>
                  <a:pt x="196" y="15"/>
                </a:cubicBezTo>
                <a:cubicBezTo>
                  <a:pt x="196" y="15"/>
                  <a:pt x="196" y="15"/>
                  <a:pt x="196" y="15"/>
                </a:cubicBezTo>
                <a:cubicBezTo>
                  <a:pt x="190" y="6"/>
                  <a:pt x="174" y="0"/>
                  <a:pt x="156" y="0"/>
                </a:cubicBezTo>
                <a:cubicBezTo>
                  <a:pt x="139" y="0"/>
                  <a:pt x="123" y="6"/>
                  <a:pt x="117" y="15"/>
                </a:cubicBezTo>
                <a:cubicBezTo>
                  <a:pt x="117" y="15"/>
                  <a:pt x="117" y="15"/>
                  <a:pt x="117" y="15"/>
                </a:cubicBezTo>
                <a:cubicBezTo>
                  <a:pt x="3" y="181"/>
                  <a:pt x="3" y="181"/>
                  <a:pt x="3" y="181"/>
                </a:cubicBezTo>
                <a:cubicBezTo>
                  <a:pt x="3" y="181"/>
                  <a:pt x="3" y="181"/>
                  <a:pt x="3" y="181"/>
                </a:cubicBezTo>
                <a:cubicBezTo>
                  <a:pt x="1" y="184"/>
                  <a:pt x="0" y="187"/>
                  <a:pt x="0" y="189"/>
                </a:cubicBezTo>
                <a:cubicBezTo>
                  <a:pt x="0" y="202"/>
                  <a:pt x="19" y="212"/>
                  <a:pt x="42" y="212"/>
                </a:cubicBezTo>
                <a:cubicBezTo>
                  <a:pt x="61" y="212"/>
                  <a:pt x="77" y="206"/>
                  <a:pt x="83" y="196"/>
                </a:cubicBezTo>
                <a:cubicBezTo>
                  <a:pt x="83" y="196"/>
                  <a:pt x="83" y="196"/>
                  <a:pt x="83" y="196"/>
                </a:cubicBezTo>
                <a:cubicBezTo>
                  <a:pt x="95" y="174"/>
                  <a:pt x="95" y="174"/>
                  <a:pt x="95" y="174"/>
                </a:cubicBezTo>
                <a:cubicBezTo>
                  <a:pt x="95" y="174"/>
                  <a:pt x="95" y="174"/>
                  <a:pt x="95" y="174"/>
                </a:cubicBezTo>
                <a:cubicBezTo>
                  <a:pt x="217" y="174"/>
                  <a:pt x="217" y="174"/>
                  <a:pt x="217" y="174"/>
                </a:cubicBezTo>
                <a:cubicBezTo>
                  <a:pt x="217" y="174"/>
                  <a:pt x="217" y="174"/>
                  <a:pt x="217" y="174"/>
                </a:cubicBezTo>
                <a:cubicBezTo>
                  <a:pt x="230" y="196"/>
                  <a:pt x="230" y="196"/>
                  <a:pt x="230" y="196"/>
                </a:cubicBezTo>
                <a:cubicBezTo>
                  <a:pt x="230" y="196"/>
                  <a:pt x="230" y="196"/>
                  <a:pt x="230" y="196"/>
                </a:cubicBezTo>
                <a:cubicBezTo>
                  <a:pt x="235" y="206"/>
                  <a:pt x="252" y="212"/>
                  <a:pt x="270" y="212"/>
                </a:cubicBezTo>
                <a:cubicBezTo>
                  <a:pt x="286" y="212"/>
                  <a:pt x="300" y="207"/>
                  <a:pt x="307" y="200"/>
                </a:cubicBezTo>
                <a:cubicBezTo>
                  <a:pt x="314" y="207"/>
                  <a:pt x="328" y="212"/>
                  <a:pt x="344" y="212"/>
                </a:cubicBezTo>
                <a:cubicBezTo>
                  <a:pt x="344" y="212"/>
                  <a:pt x="344" y="212"/>
                  <a:pt x="344" y="212"/>
                </a:cubicBezTo>
                <a:cubicBezTo>
                  <a:pt x="444" y="212"/>
                  <a:pt x="444" y="212"/>
                  <a:pt x="444" y="212"/>
                </a:cubicBezTo>
                <a:cubicBezTo>
                  <a:pt x="444" y="212"/>
                  <a:pt x="444" y="212"/>
                  <a:pt x="444" y="212"/>
                </a:cubicBezTo>
                <a:cubicBezTo>
                  <a:pt x="461" y="212"/>
                  <a:pt x="476" y="205"/>
                  <a:pt x="484" y="196"/>
                </a:cubicBezTo>
                <a:cubicBezTo>
                  <a:pt x="489" y="205"/>
                  <a:pt x="505" y="212"/>
                  <a:pt x="524" y="212"/>
                </a:cubicBezTo>
                <a:cubicBezTo>
                  <a:pt x="547" y="212"/>
                  <a:pt x="566" y="202"/>
                  <a:pt x="566" y="189"/>
                </a:cubicBezTo>
                <a:cubicBezTo>
                  <a:pt x="566" y="189"/>
                  <a:pt x="566" y="189"/>
                  <a:pt x="566" y="189"/>
                </a:cubicBezTo>
                <a:cubicBezTo>
                  <a:pt x="566" y="189"/>
                  <a:pt x="566" y="189"/>
                  <a:pt x="566" y="189"/>
                </a:cubicBezTo>
                <a:cubicBezTo>
                  <a:pt x="566" y="146"/>
                  <a:pt x="566" y="146"/>
                  <a:pt x="566" y="146"/>
                </a:cubicBezTo>
                <a:cubicBezTo>
                  <a:pt x="598" y="146"/>
                  <a:pt x="598" y="146"/>
                  <a:pt x="598" y="146"/>
                </a:cubicBezTo>
                <a:cubicBezTo>
                  <a:pt x="598" y="146"/>
                  <a:pt x="598" y="146"/>
                  <a:pt x="598" y="146"/>
                </a:cubicBezTo>
                <a:cubicBezTo>
                  <a:pt x="643" y="146"/>
                  <a:pt x="683" y="129"/>
                  <a:pt x="702" y="106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202"/>
                  <a:pt x="721" y="212"/>
                  <a:pt x="744" y="212"/>
                </a:cubicBezTo>
                <a:cubicBezTo>
                  <a:pt x="744" y="212"/>
                  <a:pt x="744" y="212"/>
                  <a:pt x="744" y="212"/>
                </a:cubicBezTo>
                <a:cubicBezTo>
                  <a:pt x="864" y="212"/>
                  <a:pt x="864" y="212"/>
                  <a:pt x="864" y="212"/>
                </a:cubicBezTo>
                <a:cubicBezTo>
                  <a:pt x="864" y="212"/>
                  <a:pt x="864" y="212"/>
                  <a:pt x="864" y="212"/>
                </a:cubicBezTo>
                <a:cubicBezTo>
                  <a:pt x="883" y="212"/>
                  <a:pt x="899" y="206"/>
                  <a:pt x="905" y="196"/>
                </a:cubicBezTo>
                <a:cubicBezTo>
                  <a:pt x="905" y="196"/>
                  <a:pt x="905" y="196"/>
                  <a:pt x="905" y="196"/>
                </a:cubicBezTo>
                <a:cubicBezTo>
                  <a:pt x="917" y="174"/>
                  <a:pt x="917" y="174"/>
                  <a:pt x="917" y="174"/>
                </a:cubicBezTo>
                <a:cubicBezTo>
                  <a:pt x="917" y="174"/>
                  <a:pt x="917" y="174"/>
                  <a:pt x="917" y="174"/>
                </a:cubicBezTo>
                <a:cubicBezTo>
                  <a:pt x="1039" y="174"/>
                  <a:pt x="1039" y="174"/>
                  <a:pt x="1039" y="174"/>
                </a:cubicBezTo>
                <a:cubicBezTo>
                  <a:pt x="1039" y="174"/>
                  <a:pt x="1039" y="174"/>
                  <a:pt x="1039" y="174"/>
                </a:cubicBezTo>
                <a:close/>
                <a:moveTo>
                  <a:pt x="125" y="124"/>
                </a:moveTo>
                <a:cubicBezTo>
                  <a:pt x="188" y="124"/>
                  <a:pt x="188" y="124"/>
                  <a:pt x="188" y="124"/>
                </a:cubicBezTo>
                <a:cubicBezTo>
                  <a:pt x="188" y="124"/>
                  <a:pt x="188" y="124"/>
                  <a:pt x="188" y="124"/>
                </a:cubicBezTo>
                <a:cubicBezTo>
                  <a:pt x="156" y="70"/>
                  <a:pt x="156" y="70"/>
                  <a:pt x="156" y="70"/>
                </a:cubicBezTo>
                <a:cubicBezTo>
                  <a:pt x="156" y="70"/>
                  <a:pt x="156" y="70"/>
                  <a:pt x="156" y="70"/>
                </a:cubicBezTo>
                <a:cubicBezTo>
                  <a:pt x="125" y="124"/>
                  <a:pt x="125" y="124"/>
                  <a:pt x="125" y="124"/>
                </a:cubicBezTo>
                <a:cubicBezTo>
                  <a:pt x="125" y="124"/>
                  <a:pt x="125" y="124"/>
                  <a:pt x="125" y="124"/>
                </a:cubicBezTo>
                <a:close/>
                <a:moveTo>
                  <a:pt x="598" y="55"/>
                </a:moveTo>
                <a:cubicBezTo>
                  <a:pt x="566" y="55"/>
                  <a:pt x="566" y="55"/>
                  <a:pt x="566" y="55"/>
                </a:cubicBezTo>
                <a:cubicBezTo>
                  <a:pt x="566" y="90"/>
                  <a:pt x="566" y="90"/>
                  <a:pt x="566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616" y="90"/>
                  <a:pt x="630" y="82"/>
                  <a:pt x="630" y="73"/>
                </a:cubicBezTo>
                <a:cubicBezTo>
                  <a:pt x="630" y="63"/>
                  <a:pt x="616" y="55"/>
                  <a:pt x="598" y="55"/>
                </a:cubicBezTo>
                <a:cubicBezTo>
                  <a:pt x="598" y="55"/>
                  <a:pt x="598" y="55"/>
                  <a:pt x="598" y="55"/>
                </a:cubicBezTo>
                <a:cubicBezTo>
                  <a:pt x="598" y="55"/>
                  <a:pt x="598" y="55"/>
                  <a:pt x="598" y="55"/>
                </a:cubicBezTo>
                <a:close/>
                <a:moveTo>
                  <a:pt x="947" y="124"/>
                </a:moveTo>
                <a:cubicBezTo>
                  <a:pt x="1010" y="124"/>
                  <a:pt x="1010" y="124"/>
                  <a:pt x="1010" y="124"/>
                </a:cubicBezTo>
                <a:cubicBezTo>
                  <a:pt x="1010" y="124"/>
                  <a:pt x="1010" y="124"/>
                  <a:pt x="1010" y="124"/>
                </a:cubicBezTo>
                <a:cubicBezTo>
                  <a:pt x="978" y="70"/>
                  <a:pt x="978" y="70"/>
                  <a:pt x="978" y="70"/>
                </a:cubicBezTo>
                <a:cubicBezTo>
                  <a:pt x="978" y="70"/>
                  <a:pt x="978" y="70"/>
                  <a:pt x="978" y="70"/>
                </a:cubicBezTo>
                <a:cubicBezTo>
                  <a:pt x="947" y="124"/>
                  <a:pt x="947" y="124"/>
                  <a:pt x="947" y="124"/>
                </a:cubicBezTo>
                <a:cubicBezTo>
                  <a:pt x="947" y="124"/>
                  <a:pt x="947" y="124"/>
                  <a:pt x="947" y="1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880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75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863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151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4398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7278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40157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3037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04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673" r:id="rId2"/>
    <p:sldLayoutId id="2147483716" r:id="rId3"/>
    <p:sldLayoutId id="2147483652" r:id="rId4"/>
    <p:sldLayoutId id="2147483722" r:id="rId5"/>
    <p:sldLayoutId id="2147483676" r:id="rId6"/>
    <p:sldLayoutId id="2147483677" r:id="rId7"/>
    <p:sldLayoutId id="2147483699" r:id="rId8"/>
    <p:sldLayoutId id="2147483724" r:id="rId9"/>
    <p:sldLayoutId id="2147483678" r:id="rId10"/>
    <p:sldLayoutId id="2147483702" r:id="rId11"/>
    <p:sldLayoutId id="2147483703" r:id="rId12"/>
    <p:sldLayoutId id="2147483720" r:id="rId13"/>
    <p:sldLayoutId id="2147483705" r:id="rId14"/>
    <p:sldLayoutId id="2147483706" r:id="rId15"/>
    <p:sldLayoutId id="2147483707" r:id="rId16"/>
    <p:sldLayoutId id="2147483708" r:id="rId17"/>
    <p:sldLayoutId id="2147483718" r:id="rId18"/>
    <p:sldLayoutId id="2147483693" r:id="rId19"/>
    <p:sldLayoutId id="2147483709" r:id="rId20"/>
    <p:sldLayoutId id="2147483681" r:id="rId21"/>
    <p:sldLayoutId id="2147483729" r:id="rId22"/>
    <p:sldLayoutId id="2147483730" r:id="rId23"/>
    <p:sldLayoutId id="2147483732" r:id="rId24"/>
    <p:sldLayoutId id="2147483728" r:id="rId25"/>
    <p:sldLayoutId id="2147483727" r:id="rId26"/>
    <p:sldLayoutId id="2147483725" r:id="rId27"/>
    <p:sldLayoutId id="2147483719" r:id="rId28"/>
    <p:sldLayoutId id="2147483712" r:id="rId29"/>
    <p:sldLayoutId id="2147483667" r:id="rId30"/>
  </p:sldLayoutIdLst>
  <p:transition>
    <p:fade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eaLnBrk="1" hangingPunct="1">
        <a:defRPr sz="2400" b="1">
          <a:solidFill>
            <a:schemeClr val="accent1"/>
          </a:solidFill>
          <a:latin typeface="+mj-lt"/>
        </a:defRPr>
      </a:lvl2pPr>
      <a:lvl3pPr algn="l" eaLnBrk="1" hangingPunct="1">
        <a:defRPr sz="2400" b="1">
          <a:solidFill>
            <a:schemeClr val="accent1"/>
          </a:solidFill>
        </a:defRPr>
      </a:lvl3pPr>
      <a:lvl4pPr algn="l" eaLnBrk="1" hangingPunct="1">
        <a:defRPr sz="2400" b="1">
          <a:solidFill>
            <a:schemeClr val="accent1"/>
          </a:solidFill>
          <a:latin typeface="+mj-lt"/>
        </a:defRPr>
      </a:lvl4pPr>
      <a:lvl5pPr algn="l" eaLnBrk="1" hangingPunct="1">
        <a:defRPr sz="2400" b="1">
          <a:solidFill>
            <a:schemeClr val="accent1"/>
          </a:solidFill>
        </a:defRPr>
      </a:lvl5pPr>
      <a:lvl6pPr algn="l" eaLnBrk="1" hangingPunct="1">
        <a:defRPr sz="2400" b="1">
          <a:solidFill>
            <a:schemeClr val="accent1"/>
          </a:solidFill>
        </a:defRPr>
      </a:lvl6pPr>
      <a:lvl7pPr algn="l" eaLnBrk="1" hangingPunct="1">
        <a:defRPr sz="2400" b="1">
          <a:solidFill>
            <a:schemeClr val="accent1"/>
          </a:solidFill>
        </a:defRPr>
      </a:lvl7pPr>
      <a:lvl8pPr algn="l" eaLnBrk="1" hangingPunct="1">
        <a:defRPr sz="2400" b="1">
          <a:solidFill>
            <a:schemeClr val="accent1"/>
          </a:solidFill>
        </a:defRPr>
      </a:lvl8pPr>
      <a:lvl9pPr algn="l" eaLnBrk="1" hangingPunct="1">
        <a:defRPr sz="2400" b="1">
          <a:solidFill>
            <a:schemeClr val="accent1"/>
          </a:solidFill>
        </a:defRPr>
      </a:lvl9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000" b="0" i="0" kern="1200">
          <a:solidFill>
            <a:srgbClr val="2793C9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Wingdings" panose="05000000000000000000" pitchFamily="2" charset="2"/>
        <a:buChar char="§"/>
        <a:defRPr sz="1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-"/>
        <a:defRPr sz="10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+mj-lt"/>
        <a:buAutoNum type="arabicPeriod"/>
        <a:defRPr sz="10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+mj-lt"/>
        <a:buAutoNum type="alphaLcPeriod"/>
        <a:defRPr sz="1000" b="0" i="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b="0" i="0" kern="1200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b="0" i="0" kern="1200" baseline="0">
          <a:solidFill>
            <a:srgbClr val="2793C9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6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2" userDrawn="1">
          <p15:clr>
            <a:srgbClr val="F26B43"/>
          </p15:clr>
        </p15:guide>
        <p15:guide id="2" orient="horz" pos="146" userDrawn="1">
          <p15:clr>
            <a:srgbClr val="A4A3A4"/>
          </p15:clr>
        </p15:guide>
        <p15:guide id="3" orient="horz" pos="373" userDrawn="1">
          <p15:clr>
            <a:srgbClr val="F26B43"/>
          </p15:clr>
        </p15:guide>
        <p15:guide id="4" orient="horz" pos="486" userDrawn="1">
          <p15:clr>
            <a:srgbClr val="A4A3A4"/>
          </p15:clr>
        </p15:guide>
        <p15:guide id="5" orient="horz" pos="1733" userDrawn="1">
          <p15:clr>
            <a:srgbClr val="A4A3A4"/>
          </p15:clr>
        </p15:guide>
        <p15:guide id="6" orient="horz" pos="1960" userDrawn="1">
          <p15:clr>
            <a:srgbClr val="A4A3A4"/>
          </p15:clr>
        </p15:guide>
        <p15:guide id="8" orient="horz" pos="2300" userDrawn="1">
          <p15:clr>
            <a:srgbClr val="A4A3A4"/>
          </p15:clr>
        </p15:guide>
        <p15:guide id="9" orient="horz" pos="2527" userDrawn="1">
          <p15:clr>
            <a:srgbClr val="A4A3A4"/>
          </p15:clr>
        </p15:guide>
        <p15:guide id="10" orient="horz" pos="3094" userDrawn="1">
          <p15:clr>
            <a:srgbClr val="F26B43"/>
          </p15:clr>
        </p15:guide>
        <p15:guide id="11" pos="1519" userDrawn="1">
          <p15:clr>
            <a:srgbClr val="A4A3A4"/>
          </p15:clr>
        </p15:guide>
        <p15:guide id="12" pos="1633" userDrawn="1">
          <p15:clr>
            <a:srgbClr val="A4A3A4"/>
          </p15:clr>
        </p15:guide>
        <p15:guide id="13" pos="2880" userDrawn="1">
          <p15:clr>
            <a:srgbClr val="A4A3A4"/>
          </p15:clr>
        </p15:guide>
        <p15:guide id="14" pos="2993" userDrawn="1">
          <p15:clr>
            <a:srgbClr val="A4A3A4"/>
          </p15:clr>
        </p15:guide>
        <p15:guide id="15" pos="4241" userDrawn="1">
          <p15:clr>
            <a:srgbClr val="A4A3A4"/>
          </p15:clr>
        </p15:guide>
        <p15:guide id="16" pos="4354" userDrawn="1">
          <p15:clr>
            <a:srgbClr val="A4A3A4"/>
          </p15:clr>
        </p15:guide>
        <p15:guide id="17" pos="5488" userDrawn="1">
          <p15:clr>
            <a:srgbClr val="F26B43"/>
          </p15:clr>
        </p15:guide>
        <p15:guide id="18" pos="386" userDrawn="1">
          <p15:clr>
            <a:srgbClr val="A4A3A4"/>
          </p15:clr>
        </p15:guide>
        <p15:guide id="19" pos="499" userDrawn="1">
          <p15:clr>
            <a:srgbClr val="A4A3A4"/>
          </p15:clr>
        </p15:guide>
        <p15:guide id="20" pos="612" userDrawn="1">
          <p15:clr>
            <a:srgbClr val="A4A3A4"/>
          </p15:clr>
        </p15:guide>
        <p15:guide id="21" pos="726" userDrawn="1">
          <p15:clr>
            <a:srgbClr val="A4A3A4"/>
          </p15:clr>
        </p15:guide>
        <p15:guide id="22" pos="839" userDrawn="1">
          <p15:clr>
            <a:srgbClr val="A4A3A4"/>
          </p15:clr>
        </p15:guide>
        <p15:guide id="23" pos="952" userDrawn="1">
          <p15:clr>
            <a:srgbClr val="A4A3A4"/>
          </p15:clr>
        </p15:guide>
        <p15:guide id="24" pos="1066" userDrawn="1">
          <p15:clr>
            <a:srgbClr val="A4A3A4"/>
          </p15:clr>
        </p15:guide>
        <p15:guide id="25" pos="1179" userDrawn="1">
          <p15:clr>
            <a:srgbClr val="A4A3A4"/>
          </p15:clr>
        </p15:guide>
        <p15:guide id="26" pos="1406" userDrawn="1">
          <p15:clr>
            <a:srgbClr val="A4A3A4"/>
          </p15:clr>
        </p15:guide>
        <p15:guide id="27" pos="1293" userDrawn="1">
          <p15:clr>
            <a:srgbClr val="A4A3A4"/>
          </p15:clr>
        </p15:guide>
        <p15:guide id="28" pos="1860" userDrawn="1">
          <p15:clr>
            <a:srgbClr val="A4A3A4"/>
          </p15:clr>
        </p15:guide>
        <p15:guide id="29" pos="1746" userDrawn="1">
          <p15:clr>
            <a:srgbClr val="A4A3A4"/>
          </p15:clr>
        </p15:guide>
        <p15:guide id="30" pos="1973" userDrawn="1">
          <p15:clr>
            <a:srgbClr val="A4A3A4"/>
          </p15:clr>
        </p15:guide>
        <p15:guide id="31" pos="2086" userDrawn="1">
          <p15:clr>
            <a:srgbClr val="A4A3A4"/>
          </p15:clr>
        </p15:guide>
        <p15:guide id="32" pos="2200" userDrawn="1">
          <p15:clr>
            <a:srgbClr val="A4A3A4"/>
          </p15:clr>
        </p15:guide>
        <p15:guide id="33" pos="2313" userDrawn="1">
          <p15:clr>
            <a:srgbClr val="A4A3A4"/>
          </p15:clr>
        </p15:guide>
        <p15:guide id="34" pos="2426" userDrawn="1">
          <p15:clr>
            <a:srgbClr val="A4A3A4"/>
          </p15:clr>
        </p15:guide>
        <p15:guide id="35" pos="2653" userDrawn="1">
          <p15:clr>
            <a:srgbClr val="A4A3A4"/>
          </p15:clr>
        </p15:guide>
        <p15:guide id="36" pos="2540" userDrawn="1">
          <p15:clr>
            <a:srgbClr val="A4A3A4"/>
          </p15:clr>
        </p15:guide>
        <p15:guide id="37" pos="2767" userDrawn="1">
          <p15:clr>
            <a:srgbClr val="A4A3A4"/>
          </p15:clr>
        </p15:guide>
        <p15:guide id="38" pos="3107" userDrawn="1">
          <p15:clr>
            <a:srgbClr val="A4A3A4"/>
          </p15:clr>
        </p15:guide>
        <p15:guide id="39" pos="3220" userDrawn="1">
          <p15:clr>
            <a:srgbClr val="A4A3A4"/>
          </p15:clr>
        </p15:guide>
        <p15:guide id="40" pos="3334" userDrawn="1">
          <p15:clr>
            <a:srgbClr val="A4A3A4"/>
          </p15:clr>
        </p15:guide>
        <p15:guide id="41" pos="3447" userDrawn="1">
          <p15:clr>
            <a:srgbClr val="A4A3A4"/>
          </p15:clr>
        </p15:guide>
        <p15:guide id="42" pos="3560" userDrawn="1">
          <p15:clr>
            <a:srgbClr val="A4A3A4"/>
          </p15:clr>
        </p15:guide>
        <p15:guide id="43" pos="3674" userDrawn="1">
          <p15:clr>
            <a:srgbClr val="A4A3A4"/>
          </p15:clr>
        </p15:guide>
        <p15:guide id="44" pos="3900" userDrawn="1">
          <p15:clr>
            <a:srgbClr val="A4A3A4"/>
          </p15:clr>
        </p15:guide>
        <p15:guide id="45" pos="3787" userDrawn="1">
          <p15:clr>
            <a:srgbClr val="A4A3A4"/>
          </p15:clr>
        </p15:guide>
        <p15:guide id="46" pos="4014" userDrawn="1">
          <p15:clr>
            <a:srgbClr val="A4A3A4"/>
          </p15:clr>
        </p15:guide>
        <p15:guide id="47" pos="4127" userDrawn="1">
          <p15:clr>
            <a:srgbClr val="A4A3A4"/>
          </p15:clr>
        </p15:guide>
        <p15:guide id="48" pos="4467" userDrawn="1">
          <p15:clr>
            <a:srgbClr val="A4A3A4"/>
          </p15:clr>
        </p15:guide>
        <p15:guide id="49" pos="4581" userDrawn="1">
          <p15:clr>
            <a:srgbClr val="A4A3A4"/>
          </p15:clr>
        </p15:guide>
        <p15:guide id="50" pos="4694" userDrawn="1">
          <p15:clr>
            <a:srgbClr val="A4A3A4"/>
          </p15:clr>
        </p15:guide>
        <p15:guide id="51" pos="4808" userDrawn="1">
          <p15:clr>
            <a:srgbClr val="A4A3A4"/>
          </p15:clr>
        </p15:guide>
        <p15:guide id="52" pos="4921" userDrawn="1">
          <p15:clr>
            <a:srgbClr val="A4A3A4"/>
          </p15:clr>
        </p15:guide>
        <p15:guide id="53" pos="5034" userDrawn="1">
          <p15:clr>
            <a:srgbClr val="A4A3A4"/>
          </p15:clr>
        </p15:guide>
        <p15:guide id="54" pos="5148" userDrawn="1">
          <p15:clr>
            <a:srgbClr val="A4A3A4"/>
          </p15:clr>
        </p15:guide>
        <p15:guide id="55" pos="5261" userDrawn="1">
          <p15:clr>
            <a:srgbClr val="A4A3A4"/>
          </p15:clr>
        </p15:guide>
        <p15:guide id="56" pos="5374" userDrawn="1">
          <p15:clr>
            <a:srgbClr val="A4A3A4"/>
          </p15:clr>
        </p15:guide>
        <p15:guide id="57" orient="horz" pos="600" userDrawn="1">
          <p15:clr>
            <a:srgbClr val="A4A3A4"/>
          </p15:clr>
        </p15:guide>
        <p15:guide id="58" orient="horz" pos="713" userDrawn="1">
          <p15:clr>
            <a:srgbClr val="A4A3A4"/>
          </p15:clr>
        </p15:guide>
        <p15:guide id="59" orient="horz" pos="826" userDrawn="1">
          <p15:clr>
            <a:srgbClr val="A4A3A4"/>
          </p15:clr>
        </p15:guide>
        <p15:guide id="60" orient="horz" pos="940" userDrawn="1">
          <p15:clr>
            <a:srgbClr val="A4A3A4"/>
          </p15:clr>
        </p15:guide>
        <p15:guide id="61" orient="horz" pos="1053" userDrawn="1">
          <p15:clr>
            <a:srgbClr val="A4A3A4"/>
          </p15:clr>
        </p15:guide>
        <p15:guide id="62" orient="horz" pos="1166" userDrawn="1">
          <p15:clr>
            <a:srgbClr val="A4A3A4"/>
          </p15:clr>
        </p15:guide>
        <p15:guide id="63" orient="horz" pos="1393" userDrawn="1">
          <p15:clr>
            <a:srgbClr val="A4A3A4"/>
          </p15:clr>
        </p15:guide>
        <p15:guide id="64" orient="horz" pos="1507" userDrawn="1">
          <p15:clr>
            <a:srgbClr val="A4A3A4"/>
          </p15:clr>
        </p15:guide>
        <p15:guide id="65" orient="horz" pos="1620" userDrawn="1">
          <p15:clr>
            <a:srgbClr val="A4A3A4"/>
          </p15:clr>
        </p15:guide>
        <p15:guide id="66" orient="horz" pos="1847" userDrawn="1">
          <p15:clr>
            <a:srgbClr val="A4A3A4"/>
          </p15:clr>
        </p15:guide>
        <p15:guide id="67" orient="horz" pos="2074" userDrawn="1">
          <p15:clr>
            <a:srgbClr val="A4A3A4"/>
          </p15:clr>
        </p15:guide>
        <p15:guide id="68" orient="horz" pos="2187" userDrawn="1">
          <p15:clr>
            <a:srgbClr val="A4A3A4"/>
          </p15:clr>
        </p15:guide>
        <p15:guide id="69" orient="horz" pos="2640" userDrawn="1">
          <p15:clr>
            <a:srgbClr val="A4A3A4"/>
          </p15:clr>
        </p15:guide>
        <p15:guide id="70" orient="horz" pos="2414" userDrawn="1">
          <p15:clr>
            <a:srgbClr val="A4A3A4"/>
          </p15:clr>
        </p15:guide>
        <p15:guide id="71" orient="horz" pos="2754" userDrawn="1">
          <p15:clr>
            <a:srgbClr val="A4A3A4"/>
          </p15:clr>
        </p15:guide>
        <p15:guide id="72" orient="horz" pos="2867" userDrawn="1">
          <p15:clr>
            <a:srgbClr val="A4A3A4"/>
          </p15:clr>
        </p15:guide>
        <p15:guide id="73" orient="horz" pos="2981" userDrawn="1">
          <p15:clr>
            <a:srgbClr val="A4A3A4"/>
          </p15:clr>
        </p15:guide>
        <p15:guide id="74" orient="horz" pos="1280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82B7C5-65E0-5BE0-2462-3691A913B5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7FAB1-CA38-6BAF-5E9B-A2F197F780E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57FA48-DD58-4AE8-9CA1-38AB6E9F82CE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D80C54-AB22-F51B-450D-530949B97B1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E01590-897F-D8CF-8912-CFD37EF812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 noProof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7445E8-9811-2AEF-CB40-20C99FE68610}"/>
              </a:ext>
            </a:extLst>
          </p:cNvPr>
          <p:cNvSpPr>
            <a:spLocks noGrp="1"/>
          </p:cNvSpPr>
          <p:nvPr>
            <p:ph type="ctrTitle"/>
          </p:nvPr>
        </p:nvSpPr>
        <p:spPr bwMode="gray"/>
        <p:txBody>
          <a:bodyPr/>
          <a:lstStyle/>
          <a:p>
            <a:r>
              <a:rPr lang="en-US" sz="3200" dirty="0"/>
              <a:t>We Work Safely</a:t>
            </a:r>
            <a:br>
              <a:rPr lang="en-US" sz="3200" dirty="0"/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Building the Foundation for a Strong HSE Culture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46700850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45">
            <a:extLst>
              <a:ext uri="{FF2B5EF4-FFF2-40B4-BE49-F238E27FC236}">
                <a16:creationId xmlns:a16="http://schemas.microsoft.com/office/drawing/2014/main" id="{1DA92285-6A3F-D7DB-5042-05CBCD9A694A}"/>
              </a:ext>
            </a:extLst>
          </p:cNvPr>
          <p:cNvSpPr txBox="1">
            <a:spLocks/>
          </p:cNvSpPr>
          <p:nvPr/>
        </p:nvSpPr>
        <p:spPr bwMode="gray">
          <a:xfrm>
            <a:off x="6588398" y="1347615"/>
            <a:ext cx="2340000" cy="3600400"/>
          </a:xfrm>
          <a:prstGeom prst="rect">
            <a:avLst/>
          </a:prstGeom>
          <a:solidFill>
            <a:schemeClr val="accent3"/>
          </a:solidFill>
        </p:spPr>
        <p:txBody>
          <a:bodyPr vert="horz" lIns="360000" tIns="1044000" rIns="360000" bIns="18000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None/>
              <a:defRPr sz="9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are driving out culture </a:t>
            </a:r>
          </a:p>
          <a:p>
            <a:pPr lvl="6">
              <a:lnSpc>
                <a:spcPct val="150000"/>
              </a:lnSpc>
            </a:pPr>
            <a:r>
              <a:rPr lang="en-US" sz="1050" dirty="0"/>
              <a:t>Safety culture mirrors leadership habits:</a:t>
            </a:r>
          </a:p>
          <a:p>
            <a:pPr lvl="6">
              <a:lnSpc>
                <a:spcPct val="150000"/>
              </a:lnSpc>
            </a:pPr>
            <a:r>
              <a:rPr lang="en-US" sz="1050" dirty="0"/>
              <a:t>What we ask about</a:t>
            </a:r>
          </a:p>
          <a:p>
            <a:pPr lvl="6"/>
            <a:r>
              <a:rPr lang="en-US" sz="1050" dirty="0"/>
              <a:t>What we look at</a:t>
            </a:r>
          </a:p>
          <a:p>
            <a:pPr lvl="6"/>
            <a:r>
              <a:rPr lang="en-US" sz="1050" dirty="0"/>
              <a:t>What we stop</a:t>
            </a:r>
          </a:p>
          <a:p>
            <a:pPr lvl="6"/>
            <a:r>
              <a:rPr lang="en-US" sz="1050" dirty="0"/>
              <a:t>What we reward</a:t>
            </a:r>
          </a:p>
          <a:p>
            <a:pPr lvl="6"/>
            <a:r>
              <a:rPr lang="en-US" sz="1050" dirty="0"/>
              <a:t>What we tolerate</a:t>
            </a:r>
            <a:endParaRPr lang="en-GB" sz="1050" dirty="0"/>
          </a:p>
        </p:txBody>
      </p:sp>
      <p:sp>
        <p:nvSpPr>
          <p:cNvPr id="34" name="Text Placeholder 45">
            <a:extLst>
              <a:ext uri="{FF2B5EF4-FFF2-40B4-BE49-F238E27FC236}">
                <a16:creationId xmlns:a16="http://schemas.microsoft.com/office/drawing/2014/main" id="{53F469A1-91E6-23FB-F9D8-46B8F44302ED}"/>
              </a:ext>
            </a:extLst>
          </p:cNvPr>
          <p:cNvSpPr txBox="1">
            <a:spLocks/>
          </p:cNvSpPr>
          <p:nvPr/>
        </p:nvSpPr>
        <p:spPr bwMode="gray">
          <a:xfrm>
            <a:off x="3564062" y="1347614"/>
            <a:ext cx="2339802" cy="3600400"/>
          </a:xfrm>
          <a:prstGeom prst="rect">
            <a:avLst/>
          </a:prstGeom>
          <a:solidFill>
            <a:schemeClr val="accent3"/>
          </a:solidFill>
        </p:spPr>
        <p:txBody>
          <a:bodyPr vert="horz" lIns="360000" tIns="1044000" rIns="360000" bIns="18000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None/>
              <a:defRPr sz="9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normalize lower safety standards </a:t>
            </a:r>
          </a:p>
          <a:p>
            <a:pPr>
              <a:lnSpc>
                <a:spcPct val="150000"/>
              </a:lnSpc>
            </a:pPr>
            <a:r>
              <a:rPr lang="en-US" sz="1050" b="0" dirty="0"/>
              <a:t>Practices are often accepted as ‘good enough’, despite not being fully risk assessed, resulting in routine work that exposes people to risk.</a:t>
            </a:r>
            <a:endParaRPr lang="en-GB" sz="1050" b="0" dirty="0"/>
          </a:p>
        </p:txBody>
      </p:sp>
      <p:sp>
        <p:nvSpPr>
          <p:cNvPr id="32" name="Text Placeholder 45">
            <a:extLst>
              <a:ext uri="{FF2B5EF4-FFF2-40B4-BE49-F238E27FC236}">
                <a16:creationId xmlns:a16="http://schemas.microsoft.com/office/drawing/2014/main" id="{0C2ACFE1-E232-7BE7-3C00-3E67629D47F6}"/>
              </a:ext>
            </a:extLst>
          </p:cNvPr>
          <p:cNvSpPr txBox="1">
            <a:spLocks/>
          </p:cNvSpPr>
          <p:nvPr/>
        </p:nvSpPr>
        <p:spPr bwMode="gray">
          <a:xfrm>
            <a:off x="431998" y="1347615"/>
            <a:ext cx="2339802" cy="3600400"/>
          </a:xfrm>
          <a:prstGeom prst="rect">
            <a:avLst/>
          </a:prstGeom>
          <a:solidFill>
            <a:schemeClr val="accent3"/>
          </a:solidFill>
        </p:spPr>
        <p:txBody>
          <a:bodyPr vert="horz" lIns="360000" tIns="1044000" rIns="360000" bIns="18000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None/>
              <a:defRPr sz="9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are not safe enough</a:t>
            </a:r>
          </a:p>
          <a:p>
            <a:pPr lvl="1"/>
            <a:endParaRPr lang="en-US" dirty="0"/>
          </a:p>
          <a:p>
            <a:pPr lvl="1"/>
            <a:r>
              <a:rPr lang="en-US" sz="1050" dirty="0"/>
              <a:t>LTCR 0,8 </a:t>
            </a:r>
          </a:p>
          <a:p>
            <a:pPr lvl="1"/>
            <a:r>
              <a:rPr lang="en-US" sz="1050" dirty="0"/>
              <a:t>Severity rate 22,5 </a:t>
            </a:r>
          </a:p>
          <a:p>
            <a:pPr lvl="1"/>
            <a:r>
              <a:rPr lang="en-US" sz="1050" dirty="0"/>
              <a:t>Over 4200 Lost Days</a:t>
            </a:r>
          </a:p>
          <a:p>
            <a:pPr lvl="1"/>
            <a:r>
              <a:rPr lang="en-US" sz="1050" dirty="0"/>
              <a:t>Risk Level 16.2 </a:t>
            </a:r>
          </a:p>
          <a:p>
            <a:pPr lvl="1"/>
            <a:r>
              <a:rPr lang="en-US" sz="1050" dirty="0"/>
              <a:t>One fatality </a:t>
            </a:r>
          </a:p>
          <a:p>
            <a:pPr lvl="1"/>
            <a:r>
              <a:rPr lang="en-US" sz="1050" dirty="0"/>
              <a:t>(2025 data)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25D43F-DF58-5D5C-02D2-61EE973D4EC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32588" y="591591"/>
            <a:ext cx="7685082" cy="539999"/>
          </a:xfrm>
        </p:spPr>
        <p:txBody>
          <a:bodyPr/>
          <a:lstStyle/>
          <a:p>
            <a:r>
              <a:rPr lang="en-US" dirty="0"/>
              <a:t>Safety Performance and Cultural Drivers</a:t>
            </a:r>
            <a:endParaRPr lang="en-GB" sz="3200" dirty="0">
              <a:solidFill>
                <a:srgbClr val="2793C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79DF207-4196-190F-052F-E633DA1F40C0}"/>
              </a:ext>
            </a:extLst>
          </p:cNvPr>
          <p:cNvGrpSpPr/>
          <p:nvPr/>
        </p:nvGrpSpPr>
        <p:grpSpPr bwMode="gray">
          <a:xfrm>
            <a:off x="1242627" y="1538772"/>
            <a:ext cx="718544" cy="718544"/>
            <a:chOff x="972740" y="2033206"/>
            <a:chExt cx="718544" cy="718544"/>
          </a:xfrm>
        </p:grpSpPr>
        <p:grpSp>
          <p:nvGrpSpPr>
            <p:cNvPr id="43" name="Grafik 12">
              <a:extLst>
                <a:ext uri="{FF2B5EF4-FFF2-40B4-BE49-F238E27FC236}">
                  <a16:creationId xmlns:a16="http://schemas.microsoft.com/office/drawing/2014/main" id="{5F0071CB-FDF0-7FC2-0008-C799EC57C7E2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1218246" y="2244679"/>
              <a:ext cx="227532" cy="327071"/>
              <a:chOff x="3351768" y="752483"/>
              <a:chExt cx="2438356" cy="3505199"/>
            </a:xfrm>
            <a:noFill/>
          </p:grpSpPr>
          <p:sp>
            <p:nvSpPr>
              <p:cNvPr id="44" name="Freihandform: Form 50">
                <a:extLst>
                  <a:ext uri="{FF2B5EF4-FFF2-40B4-BE49-F238E27FC236}">
                    <a16:creationId xmlns:a16="http://schemas.microsoft.com/office/drawing/2014/main" id="{F509F9E0-BD9F-8791-427F-D5F09EAF0D17}"/>
                  </a:ext>
                </a:extLst>
              </p:cNvPr>
              <p:cNvSpPr/>
              <p:nvPr/>
            </p:nvSpPr>
            <p:spPr bwMode="gray">
              <a:xfrm>
                <a:off x="4570946" y="1438292"/>
                <a:ext cx="1219178" cy="2133603"/>
              </a:xfrm>
              <a:custGeom>
                <a:avLst/>
                <a:gdLst>
                  <a:gd name="connsiteX0" fmla="*/ 914400 w 1219200"/>
                  <a:gd name="connsiteY0" fmla="*/ 685800 h 2133600"/>
                  <a:gd name="connsiteX1" fmla="*/ 914400 w 1219200"/>
                  <a:gd name="connsiteY1" fmla="*/ 1219200 h 2133600"/>
                  <a:gd name="connsiteX2" fmla="*/ 1219200 w 1219200"/>
                  <a:gd name="connsiteY2" fmla="*/ 1219200 h 2133600"/>
                  <a:gd name="connsiteX3" fmla="*/ 609600 w 1219200"/>
                  <a:gd name="connsiteY3" fmla="*/ 2133600 h 2133600"/>
                  <a:gd name="connsiteX4" fmla="*/ 0 w 1219200"/>
                  <a:gd name="connsiteY4" fmla="*/ 1219200 h 2133600"/>
                  <a:gd name="connsiteX5" fmla="*/ 304800 w 1219200"/>
                  <a:gd name="connsiteY5" fmla="*/ 1219200 h 2133600"/>
                  <a:gd name="connsiteX6" fmla="*/ 304800 w 1219200"/>
                  <a:gd name="connsiteY6" fmla="*/ 0 h 213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19200" h="2133600">
                    <a:moveTo>
                      <a:pt x="914400" y="685800"/>
                    </a:moveTo>
                    <a:lnTo>
                      <a:pt x="914400" y="1219200"/>
                    </a:lnTo>
                    <a:lnTo>
                      <a:pt x="1219200" y="1219200"/>
                    </a:lnTo>
                    <a:lnTo>
                      <a:pt x="609600" y="2133600"/>
                    </a:lnTo>
                    <a:lnTo>
                      <a:pt x="0" y="1219200"/>
                    </a:lnTo>
                    <a:lnTo>
                      <a:pt x="304800" y="1219200"/>
                    </a:lnTo>
                    <a:lnTo>
                      <a:pt x="304800" y="0"/>
                    </a:lnTo>
                  </a:path>
                </a:pathLst>
              </a:custGeom>
              <a:grpFill/>
              <a:ln w="9525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defTabSz="914309">
                  <a:defRPr/>
                </a:pPr>
                <a:endParaRPr lang="en-GB" sz="1350" kern="0">
                  <a:solidFill>
                    <a:prstClr val="black"/>
                  </a:solidFill>
                  <a:latin typeface="Arial"/>
                </a:endParaRPr>
              </a:p>
            </p:txBody>
          </p:sp>
          <p:sp>
            <p:nvSpPr>
              <p:cNvPr id="45" name="Freihandform: Form 51">
                <a:extLst>
                  <a:ext uri="{FF2B5EF4-FFF2-40B4-BE49-F238E27FC236}">
                    <a16:creationId xmlns:a16="http://schemas.microsoft.com/office/drawing/2014/main" id="{7E8A03B6-E7B3-3F8A-680E-96E953A5A46E}"/>
                  </a:ext>
                </a:extLst>
              </p:cNvPr>
              <p:cNvSpPr/>
              <p:nvPr/>
            </p:nvSpPr>
            <p:spPr bwMode="gray">
              <a:xfrm>
                <a:off x="3351768" y="2886086"/>
                <a:ext cx="1219167" cy="1371596"/>
              </a:xfrm>
              <a:custGeom>
                <a:avLst/>
                <a:gdLst>
                  <a:gd name="connsiteX0" fmla="*/ 914400 w 1219199"/>
                  <a:gd name="connsiteY0" fmla="*/ 76200 h 1371600"/>
                  <a:gd name="connsiteX1" fmla="*/ 914400 w 1219199"/>
                  <a:gd name="connsiteY1" fmla="*/ 457200 h 1371600"/>
                  <a:gd name="connsiteX2" fmla="*/ 1219200 w 1219199"/>
                  <a:gd name="connsiteY2" fmla="*/ 457200 h 1371600"/>
                  <a:gd name="connsiteX3" fmla="*/ 609600 w 1219199"/>
                  <a:gd name="connsiteY3" fmla="*/ 1371600 h 1371600"/>
                  <a:gd name="connsiteX4" fmla="*/ 0 w 1219199"/>
                  <a:gd name="connsiteY4" fmla="*/ 457200 h 1371600"/>
                  <a:gd name="connsiteX5" fmla="*/ 304800 w 1219199"/>
                  <a:gd name="connsiteY5" fmla="*/ 457200 h 1371600"/>
                  <a:gd name="connsiteX6" fmla="*/ 304800 w 1219199"/>
                  <a:gd name="connsiteY6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19199" h="1371600">
                    <a:moveTo>
                      <a:pt x="914400" y="76200"/>
                    </a:moveTo>
                    <a:lnTo>
                      <a:pt x="914400" y="457200"/>
                    </a:lnTo>
                    <a:lnTo>
                      <a:pt x="1219200" y="457200"/>
                    </a:lnTo>
                    <a:lnTo>
                      <a:pt x="609600" y="1371600"/>
                    </a:lnTo>
                    <a:lnTo>
                      <a:pt x="0" y="457200"/>
                    </a:lnTo>
                    <a:lnTo>
                      <a:pt x="304800" y="457200"/>
                    </a:lnTo>
                    <a:lnTo>
                      <a:pt x="304800" y="0"/>
                    </a:lnTo>
                  </a:path>
                </a:pathLst>
              </a:custGeom>
              <a:grpFill/>
              <a:ln w="9525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defTabSz="914309">
                  <a:defRPr/>
                </a:pPr>
                <a:endParaRPr lang="en-GB" sz="1350" kern="0">
                  <a:solidFill>
                    <a:prstClr val="black"/>
                  </a:solidFill>
                  <a:latin typeface="Arial"/>
                </a:endParaRPr>
              </a:p>
            </p:txBody>
          </p:sp>
          <p:sp>
            <p:nvSpPr>
              <p:cNvPr id="46" name="Freihandform: Form 52">
                <a:extLst>
                  <a:ext uri="{FF2B5EF4-FFF2-40B4-BE49-F238E27FC236}">
                    <a16:creationId xmlns:a16="http://schemas.microsoft.com/office/drawing/2014/main" id="{E59DC1AE-77D1-CF33-398B-69DB476963E3}"/>
                  </a:ext>
                </a:extLst>
              </p:cNvPr>
              <p:cNvSpPr/>
              <p:nvPr/>
            </p:nvSpPr>
            <p:spPr bwMode="gray">
              <a:xfrm>
                <a:off x="3504168" y="752483"/>
                <a:ext cx="1066767" cy="1981198"/>
              </a:xfrm>
              <a:custGeom>
                <a:avLst/>
                <a:gdLst>
                  <a:gd name="connsiteX0" fmla="*/ 1066800 w 1066799"/>
                  <a:gd name="connsiteY0" fmla="*/ 1295400 h 1981200"/>
                  <a:gd name="connsiteX1" fmla="*/ 609600 w 1066799"/>
                  <a:gd name="connsiteY1" fmla="*/ 1981200 h 1981200"/>
                  <a:gd name="connsiteX2" fmla="*/ 0 w 1066799"/>
                  <a:gd name="connsiteY2" fmla="*/ 1066800 h 1981200"/>
                  <a:gd name="connsiteX3" fmla="*/ 304800 w 1066799"/>
                  <a:gd name="connsiteY3" fmla="*/ 1066800 h 1981200"/>
                  <a:gd name="connsiteX4" fmla="*/ 304800 w 1066799"/>
                  <a:gd name="connsiteY4" fmla="*/ 0 h 1981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6799" h="1981200">
                    <a:moveTo>
                      <a:pt x="1066800" y="1295400"/>
                    </a:moveTo>
                    <a:lnTo>
                      <a:pt x="609600" y="1981200"/>
                    </a:lnTo>
                    <a:lnTo>
                      <a:pt x="0" y="1066800"/>
                    </a:lnTo>
                    <a:lnTo>
                      <a:pt x="304800" y="1066800"/>
                    </a:lnTo>
                    <a:lnTo>
                      <a:pt x="304800" y="0"/>
                    </a:lnTo>
                  </a:path>
                </a:pathLst>
              </a:custGeom>
              <a:grpFill/>
              <a:ln w="9525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defTabSz="914309">
                  <a:defRPr/>
                </a:pPr>
                <a:endParaRPr lang="en-GB" sz="1350" kern="0">
                  <a:solidFill>
                    <a:prstClr val="black"/>
                  </a:solidFill>
                  <a:latin typeface="Arial"/>
                </a:endParaRPr>
              </a:p>
            </p:txBody>
          </p:sp>
          <p:sp>
            <p:nvSpPr>
              <p:cNvPr id="47" name="Freihandform: Form 53">
                <a:extLst>
                  <a:ext uri="{FF2B5EF4-FFF2-40B4-BE49-F238E27FC236}">
                    <a16:creationId xmlns:a16="http://schemas.microsoft.com/office/drawing/2014/main" id="{55E18F50-CE63-BD99-752D-F92C0DB32358}"/>
                  </a:ext>
                </a:extLst>
              </p:cNvPr>
              <p:cNvSpPr/>
              <p:nvPr/>
            </p:nvSpPr>
            <p:spPr bwMode="gray">
              <a:xfrm>
                <a:off x="5485313" y="1743081"/>
                <a:ext cx="9527" cy="228603"/>
              </a:xfrm>
              <a:custGeom>
                <a:avLst/>
                <a:gdLst>
                  <a:gd name="connsiteX0" fmla="*/ 0 w 9525"/>
                  <a:gd name="connsiteY0" fmla="*/ 228600 h 228600"/>
                  <a:gd name="connsiteX1" fmla="*/ 0 w 9525"/>
                  <a:gd name="connsiteY1" fmla="*/ 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228600">
                    <a:moveTo>
                      <a:pt x="0" y="228600"/>
                    </a:moveTo>
                    <a:lnTo>
                      <a:pt x="0" y="0"/>
                    </a:lnTo>
                  </a:path>
                </a:pathLst>
              </a:custGeom>
              <a:grpFill/>
              <a:ln w="9525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defTabSz="914309">
                  <a:defRPr/>
                </a:pPr>
                <a:endParaRPr lang="en-GB" sz="1350" kern="0">
                  <a:solidFill>
                    <a:prstClr val="black"/>
                  </a:solidFill>
                  <a:latin typeface="Arial"/>
                </a:endParaRPr>
              </a:p>
            </p:txBody>
          </p:sp>
          <p:sp>
            <p:nvSpPr>
              <p:cNvPr id="48" name="Freihandform: Form 54">
                <a:extLst>
                  <a:ext uri="{FF2B5EF4-FFF2-40B4-BE49-F238E27FC236}">
                    <a16:creationId xmlns:a16="http://schemas.microsoft.com/office/drawing/2014/main" id="{8E571A34-B0B8-C8E3-5310-EDC0595C6472}"/>
                  </a:ext>
                </a:extLst>
              </p:cNvPr>
              <p:cNvSpPr/>
              <p:nvPr/>
            </p:nvSpPr>
            <p:spPr bwMode="gray">
              <a:xfrm>
                <a:off x="4875724" y="1057283"/>
                <a:ext cx="9527" cy="228603"/>
              </a:xfrm>
              <a:custGeom>
                <a:avLst/>
                <a:gdLst>
                  <a:gd name="connsiteX0" fmla="*/ 0 w 9525"/>
                  <a:gd name="connsiteY0" fmla="*/ 228600 h 228600"/>
                  <a:gd name="connsiteX1" fmla="*/ 0 w 9525"/>
                  <a:gd name="connsiteY1" fmla="*/ 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228600">
                    <a:moveTo>
                      <a:pt x="0" y="228600"/>
                    </a:moveTo>
                    <a:lnTo>
                      <a:pt x="0" y="0"/>
                    </a:lnTo>
                  </a:path>
                </a:pathLst>
              </a:custGeom>
              <a:grpFill/>
              <a:ln w="9525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defTabSz="914309">
                  <a:defRPr/>
                </a:pPr>
                <a:endParaRPr lang="en-GB" sz="1350" kern="0">
                  <a:solidFill>
                    <a:prstClr val="black"/>
                  </a:solidFill>
                  <a:latin typeface="Arial"/>
                </a:endParaRPr>
              </a:p>
            </p:txBody>
          </p:sp>
          <p:sp>
            <p:nvSpPr>
              <p:cNvPr id="49" name="Freihandform: Form 55">
                <a:extLst>
                  <a:ext uri="{FF2B5EF4-FFF2-40B4-BE49-F238E27FC236}">
                    <a16:creationId xmlns:a16="http://schemas.microsoft.com/office/drawing/2014/main" id="{080E027D-74A1-4512-A205-C575F9385454}"/>
                  </a:ext>
                </a:extLst>
              </p:cNvPr>
              <p:cNvSpPr/>
              <p:nvPr/>
            </p:nvSpPr>
            <p:spPr bwMode="gray">
              <a:xfrm>
                <a:off x="3656643" y="2505088"/>
                <a:ext cx="9527" cy="228603"/>
              </a:xfrm>
              <a:custGeom>
                <a:avLst/>
                <a:gdLst>
                  <a:gd name="connsiteX0" fmla="*/ 0 w 9525"/>
                  <a:gd name="connsiteY0" fmla="*/ 228600 h 228600"/>
                  <a:gd name="connsiteX1" fmla="*/ 0 w 9525"/>
                  <a:gd name="connsiteY1" fmla="*/ 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228600">
                    <a:moveTo>
                      <a:pt x="0" y="228600"/>
                    </a:moveTo>
                    <a:lnTo>
                      <a:pt x="0" y="0"/>
                    </a:lnTo>
                  </a:path>
                </a:pathLst>
              </a:custGeom>
              <a:grpFill/>
              <a:ln w="9525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defTabSz="914309">
                  <a:defRPr/>
                </a:pPr>
                <a:endParaRPr lang="en-GB" sz="1350" kern="0">
                  <a:solidFill>
                    <a:prstClr val="black"/>
                  </a:solidFill>
                  <a:latin typeface="Arial"/>
                </a:endParaRPr>
              </a:p>
            </p:txBody>
          </p:sp>
        </p:grp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94DAF725-A258-1620-3D4E-B085827745D3}"/>
                </a:ext>
              </a:extLst>
            </p:cNvPr>
            <p:cNvSpPr/>
            <p:nvPr/>
          </p:nvSpPr>
          <p:spPr bwMode="gray">
            <a:xfrm>
              <a:off x="972740" y="2033206"/>
              <a:ext cx="718544" cy="718544"/>
            </a:xfrm>
            <a:prstGeom prst="ellipse">
              <a:avLst/>
            </a:prstGeom>
            <a:grp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09"/>
              <a:endParaRPr lang="en-GB" sz="1350" kern="0">
                <a:solidFill>
                  <a:prstClr val="black"/>
                </a:solidFill>
                <a:latin typeface="Arial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337086A-8902-AEDC-A36C-1530097F61C1}"/>
              </a:ext>
            </a:extLst>
          </p:cNvPr>
          <p:cNvGrpSpPr/>
          <p:nvPr/>
        </p:nvGrpSpPr>
        <p:grpSpPr bwMode="gray">
          <a:xfrm>
            <a:off x="4374692" y="1538772"/>
            <a:ext cx="718544" cy="718544"/>
            <a:chOff x="3132732" y="2033206"/>
            <a:chExt cx="718544" cy="718544"/>
          </a:xfrm>
        </p:grpSpPr>
        <p:grpSp>
          <p:nvGrpSpPr>
            <p:cNvPr id="60" name="Grafik 21">
              <a:extLst>
                <a:ext uri="{FF2B5EF4-FFF2-40B4-BE49-F238E27FC236}">
                  <a16:creationId xmlns:a16="http://schemas.microsoft.com/office/drawing/2014/main" id="{5CFEAF6D-2584-FED2-8102-E545E575E76E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3362474" y="2275741"/>
              <a:ext cx="259059" cy="264947"/>
              <a:chOff x="3792861" y="2745574"/>
              <a:chExt cx="419102" cy="428626"/>
            </a:xfrm>
            <a:noFill/>
          </p:grpSpPr>
          <p:sp>
            <p:nvSpPr>
              <p:cNvPr id="61" name="Freihandform: Form 65">
                <a:extLst>
                  <a:ext uri="{FF2B5EF4-FFF2-40B4-BE49-F238E27FC236}">
                    <a16:creationId xmlns:a16="http://schemas.microsoft.com/office/drawing/2014/main" id="{6A9500E7-6C84-C4ED-8CE3-835A9320714A}"/>
                  </a:ext>
                </a:extLst>
              </p:cNvPr>
              <p:cNvSpPr/>
              <p:nvPr/>
            </p:nvSpPr>
            <p:spPr bwMode="gray">
              <a:xfrm>
                <a:off x="3792861" y="2821776"/>
                <a:ext cx="419102" cy="352424"/>
              </a:xfrm>
              <a:custGeom>
                <a:avLst/>
                <a:gdLst>
                  <a:gd name="connsiteX0" fmla="*/ 362903 w 419100"/>
                  <a:gd name="connsiteY0" fmla="*/ 0 h 352425"/>
                  <a:gd name="connsiteX1" fmla="*/ 419100 w 419100"/>
                  <a:gd name="connsiteY1" fmla="*/ 142875 h 352425"/>
                  <a:gd name="connsiteX2" fmla="*/ 209550 w 419100"/>
                  <a:gd name="connsiteY2" fmla="*/ 352425 h 352425"/>
                  <a:gd name="connsiteX3" fmla="*/ 0 w 419100"/>
                  <a:gd name="connsiteY3" fmla="*/ 142875 h 35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19100" h="352425">
                    <a:moveTo>
                      <a:pt x="362903" y="0"/>
                    </a:moveTo>
                    <a:cubicBezTo>
                      <a:pt x="398145" y="37147"/>
                      <a:pt x="419100" y="87630"/>
                      <a:pt x="419100" y="142875"/>
                    </a:cubicBezTo>
                    <a:cubicBezTo>
                      <a:pt x="419100" y="259080"/>
                      <a:pt x="325755" y="352425"/>
                      <a:pt x="209550" y="352425"/>
                    </a:cubicBezTo>
                    <a:cubicBezTo>
                      <a:pt x="93345" y="352425"/>
                      <a:pt x="0" y="259080"/>
                      <a:pt x="0" y="142875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defTabSz="914309"/>
                <a:endParaRPr lang="en-GB" sz="2400">
                  <a:solidFill>
                    <a:prstClr val="black"/>
                  </a:solidFill>
                  <a:latin typeface="Arial"/>
                </a:endParaRPr>
              </a:p>
            </p:txBody>
          </p:sp>
          <p:sp>
            <p:nvSpPr>
              <p:cNvPr id="62" name="Freihandform: Form 66">
                <a:extLst>
                  <a:ext uri="{FF2B5EF4-FFF2-40B4-BE49-F238E27FC236}">
                    <a16:creationId xmlns:a16="http://schemas.microsoft.com/office/drawing/2014/main" id="{B6A036B8-7585-2055-B2F9-5449949BDC1E}"/>
                  </a:ext>
                </a:extLst>
              </p:cNvPr>
              <p:cNvSpPr/>
              <p:nvPr/>
            </p:nvSpPr>
            <p:spPr bwMode="gray">
              <a:xfrm>
                <a:off x="3830965" y="2745574"/>
                <a:ext cx="342901" cy="390524"/>
              </a:xfrm>
              <a:custGeom>
                <a:avLst/>
                <a:gdLst>
                  <a:gd name="connsiteX0" fmla="*/ 171450 w 342900"/>
                  <a:gd name="connsiteY0" fmla="*/ 333375 h 390525"/>
                  <a:gd name="connsiteX1" fmla="*/ 57150 w 342900"/>
                  <a:gd name="connsiteY1" fmla="*/ 219075 h 390525"/>
                  <a:gd name="connsiteX2" fmla="*/ 171450 w 342900"/>
                  <a:gd name="connsiteY2" fmla="*/ 104775 h 390525"/>
                  <a:gd name="connsiteX3" fmla="*/ 171450 w 342900"/>
                  <a:gd name="connsiteY3" fmla="*/ 152400 h 390525"/>
                  <a:gd name="connsiteX4" fmla="*/ 285750 w 342900"/>
                  <a:gd name="connsiteY4" fmla="*/ 76200 h 390525"/>
                  <a:gd name="connsiteX5" fmla="*/ 171450 w 342900"/>
                  <a:gd name="connsiteY5" fmla="*/ 0 h 390525"/>
                  <a:gd name="connsiteX6" fmla="*/ 171450 w 342900"/>
                  <a:gd name="connsiteY6" fmla="*/ 47625 h 390525"/>
                  <a:gd name="connsiteX7" fmla="*/ 0 w 342900"/>
                  <a:gd name="connsiteY7" fmla="*/ 219075 h 390525"/>
                  <a:gd name="connsiteX8" fmla="*/ 171450 w 342900"/>
                  <a:gd name="connsiteY8" fmla="*/ 390525 h 390525"/>
                  <a:gd name="connsiteX9" fmla="*/ 342900 w 342900"/>
                  <a:gd name="connsiteY9" fmla="*/ 219075 h 390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2900" h="390525">
                    <a:moveTo>
                      <a:pt x="171450" y="333375"/>
                    </a:moveTo>
                    <a:cubicBezTo>
                      <a:pt x="108585" y="333375"/>
                      <a:pt x="57150" y="281940"/>
                      <a:pt x="57150" y="219075"/>
                    </a:cubicBezTo>
                    <a:cubicBezTo>
                      <a:pt x="57150" y="156210"/>
                      <a:pt x="108585" y="104775"/>
                      <a:pt x="171450" y="104775"/>
                    </a:cubicBezTo>
                    <a:lnTo>
                      <a:pt x="171450" y="152400"/>
                    </a:lnTo>
                    <a:lnTo>
                      <a:pt x="285750" y="76200"/>
                    </a:lnTo>
                    <a:lnTo>
                      <a:pt x="171450" y="0"/>
                    </a:lnTo>
                    <a:lnTo>
                      <a:pt x="171450" y="47625"/>
                    </a:lnTo>
                    <a:cubicBezTo>
                      <a:pt x="77153" y="47625"/>
                      <a:pt x="0" y="124778"/>
                      <a:pt x="0" y="219075"/>
                    </a:cubicBezTo>
                    <a:cubicBezTo>
                      <a:pt x="0" y="313373"/>
                      <a:pt x="77153" y="390525"/>
                      <a:pt x="171450" y="390525"/>
                    </a:cubicBezTo>
                    <a:cubicBezTo>
                      <a:pt x="265748" y="390525"/>
                      <a:pt x="342900" y="313373"/>
                      <a:pt x="342900" y="219075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defTabSz="914309"/>
                <a:endParaRPr lang="en-GB" sz="2400">
                  <a:solidFill>
                    <a:prstClr val="black"/>
                  </a:solidFill>
                  <a:latin typeface="Arial"/>
                </a:endParaRPr>
              </a:p>
            </p:txBody>
          </p:sp>
          <p:sp>
            <p:nvSpPr>
              <p:cNvPr id="63" name="Freihandform: Form 67">
                <a:extLst>
                  <a:ext uri="{FF2B5EF4-FFF2-40B4-BE49-F238E27FC236}">
                    <a16:creationId xmlns:a16="http://schemas.microsoft.com/office/drawing/2014/main" id="{EF60A2DB-2035-67F2-A779-B16EC6285D1A}"/>
                  </a:ext>
                </a:extLst>
              </p:cNvPr>
              <p:cNvSpPr/>
              <p:nvPr/>
            </p:nvSpPr>
            <p:spPr bwMode="gray">
              <a:xfrm>
                <a:off x="3926198" y="2897028"/>
                <a:ext cx="47626" cy="105726"/>
              </a:xfrm>
              <a:custGeom>
                <a:avLst/>
                <a:gdLst>
                  <a:gd name="connsiteX0" fmla="*/ 18097 w 47625"/>
                  <a:gd name="connsiteY0" fmla="*/ 105728 h 105727"/>
                  <a:gd name="connsiteX1" fmla="*/ 0 w 47625"/>
                  <a:gd name="connsiteY1" fmla="*/ 61913 h 105727"/>
                  <a:gd name="connsiteX2" fmla="*/ 47625 w 47625"/>
                  <a:gd name="connsiteY2" fmla="*/ 0 h 105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7625" h="105727">
                    <a:moveTo>
                      <a:pt x="18097" y="105728"/>
                    </a:moveTo>
                    <a:cubicBezTo>
                      <a:pt x="6667" y="94298"/>
                      <a:pt x="0" y="79058"/>
                      <a:pt x="0" y="61913"/>
                    </a:cubicBezTo>
                    <a:cubicBezTo>
                      <a:pt x="0" y="33338"/>
                      <a:pt x="20003" y="8572"/>
                      <a:pt x="47625" y="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defTabSz="914309"/>
                <a:endParaRPr lang="en-GB" sz="2400">
                  <a:solidFill>
                    <a:prstClr val="black"/>
                  </a:solidFill>
                  <a:latin typeface="Arial"/>
                </a:endParaRPr>
              </a:p>
            </p:txBody>
          </p:sp>
        </p:grp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51BFCA19-D569-6453-081C-5471AE099026}"/>
                </a:ext>
              </a:extLst>
            </p:cNvPr>
            <p:cNvSpPr/>
            <p:nvPr/>
          </p:nvSpPr>
          <p:spPr bwMode="gray">
            <a:xfrm>
              <a:off x="3132732" y="2033206"/>
              <a:ext cx="718544" cy="718544"/>
            </a:xfrm>
            <a:prstGeom prst="ellipse">
              <a:avLst/>
            </a:prstGeom>
            <a:grp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09"/>
              <a:endParaRPr lang="en-GB" sz="1350" kern="0">
                <a:solidFill>
                  <a:prstClr val="black"/>
                </a:solidFill>
                <a:latin typeface="Arial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A1A3648-EC4A-7E7E-CB88-610E6F219629}"/>
              </a:ext>
            </a:extLst>
          </p:cNvPr>
          <p:cNvGrpSpPr/>
          <p:nvPr/>
        </p:nvGrpSpPr>
        <p:grpSpPr bwMode="gray">
          <a:xfrm>
            <a:off x="7399126" y="1565174"/>
            <a:ext cx="718544" cy="718544"/>
            <a:chOff x="5292724" y="2033206"/>
            <a:chExt cx="718544" cy="718544"/>
          </a:xfrm>
        </p:grpSpPr>
        <p:sp>
          <p:nvSpPr>
            <p:cNvPr id="66" name="Grafik 23">
              <a:extLst>
                <a:ext uri="{FF2B5EF4-FFF2-40B4-BE49-F238E27FC236}">
                  <a16:creationId xmlns:a16="http://schemas.microsoft.com/office/drawing/2014/main" id="{A5A76975-5098-716D-4070-BE69BBD77F49}"/>
                </a:ext>
              </a:extLst>
            </p:cNvPr>
            <p:cNvSpPr>
              <a:spLocks/>
            </p:cNvSpPr>
            <p:nvPr/>
          </p:nvSpPr>
          <p:spPr bwMode="gray">
            <a:xfrm>
              <a:off x="5514207" y="2286083"/>
              <a:ext cx="275577" cy="244260"/>
            </a:xfrm>
            <a:custGeom>
              <a:avLst/>
              <a:gdLst>
                <a:gd name="connsiteX0" fmla="*/ 28575 w 419099"/>
                <a:gd name="connsiteY0" fmla="*/ 314325 h 371474"/>
                <a:gd name="connsiteX1" fmla="*/ 266700 w 419099"/>
                <a:gd name="connsiteY1" fmla="*/ 314325 h 371474"/>
                <a:gd name="connsiteX2" fmla="*/ 266700 w 419099"/>
                <a:gd name="connsiteY2" fmla="*/ 371475 h 371474"/>
                <a:gd name="connsiteX3" fmla="*/ 419100 w 419099"/>
                <a:gd name="connsiteY3" fmla="*/ 247650 h 371474"/>
                <a:gd name="connsiteX4" fmla="*/ 266700 w 419099"/>
                <a:gd name="connsiteY4" fmla="*/ 123825 h 371474"/>
                <a:gd name="connsiteX5" fmla="*/ 266700 w 419099"/>
                <a:gd name="connsiteY5" fmla="*/ 190500 h 371474"/>
                <a:gd name="connsiteX6" fmla="*/ 152400 w 419099"/>
                <a:gd name="connsiteY6" fmla="*/ 190500 h 371474"/>
                <a:gd name="connsiteX7" fmla="*/ 152400 w 419099"/>
                <a:gd name="connsiteY7" fmla="*/ 247650 h 371474"/>
                <a:gd name="connsiteX8" fmla="*/ 0 w 419099"/>
                <a:gd name="connsiteY8" fmla="*/ 123825 h 371474"/>
                <a:gd name="connsiteX9" fmla="*/ 152400 w 419099"/>
                <a:gd name="connsiteY9" fmla="*/ 0 h 371474"/>
                <a:gd name="connsiteX10" fmla="*/ 152400 w 419099"/>
                <a:gd name="connsiteY10" fmla="*/ 57150 h 371474"/>
                <a:gd name="connsiteX11" fmla="*/ 390525 w 419099"/>
                <a:gd name="connsiteY11" fmla="*/ 57150 h 371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9099" h="371474">
                  <a:moveTo>
                    <a:pt x="28575" y="314325"/>
                  </a:moveTo>
                  <a:lnTo>
                    <a:pt x="266700" y="314325"/>
                  </a:lnTo>
                  <a:lnTo>
                    <a:pt x="266700" y="371475"/>
                  </a:lnTo>
                  <a:lnTo>
                    <a:pt x="419100" y="247650"/>
                  </a:lnTo>
                  <a:lnTo>
                    <a:pt x="266700" y="123825"/>
                  </a:lnTo>
                  <a:lnTo>
                    <a:pt x="266700" y="190500"/>
                  </a:lnTo>
                  <a:lnTo>
                    <a:pt x="152400" y="190500"/>
                  </a:lnTo>
                  <a:lnTo>
                    <a:pt x="152400" y="247650"/>
                  </a:lnTo>
                  <a:lnTo>
                    <a:pt x="0" y="123825"/>
                  </a:lnTo>
                  <a:lnTo>
                    <a:pt x="152400" y="0"/>
                  </a:lnTo>
                  <a:lnTo>
                    <a:pt x="152400" y="57150"/>
                  </a:lnTo>
                  <a:lnTo>
                    <a:pt x="390525" y="5715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09"/>
              <a:endParaRPr lang="en-GB" sz="240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848333B8-3B41-6564-6108-8383DD624B25}"/>
                </a:ext>
              </a:extLst>
            </p:cNvPr>
            <p:cNvSpPr/>
            <p:nvPr/>
          </p:nvSpPr>
          <p:spPr bwMode="gray">
            <a:xfrm>
              <a:off x="5292724" y="2033206"/>
              <a:ext cx="718544" cy="718544"/>
            </a:xfrm>
            <a:prstGeom prst="ellipse">
              <a:avLst/>
            </a:prstGeom>
            <a:grpFill/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defTabSz="914309"/>
              <a:endParaRPr lang="en-GB" sz="1350" kern="0">
                <a:solidFill>
                  <a:prstClr val="black"/>
                </a:solidFill>
                <a:latin typeface="Arial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48F234-139F-32B2-9221-A790DC8392B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6F5E7BC8-6DB9-451D-A9B2-46A77A9067F9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702134-C3E3-08E9-D8E6-769ADADA7BC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36D8DE-6865-0D58-B7EE-0551FC67D7B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0998A37-7DA0-4797-BE0F-1407C577BB96}" type="slidenum">
              <a:rPr lang="en-GB" noProof="0" smtClean="0"/>
              <a:pPr/>
              <a:t>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9691969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2E218-90AA-FC67-2D2D-2B4FBF5C4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Lost Time Injuries Frequency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DB5A2E-DC73-8D6F-5B02-74695F3D6F0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A53D8F0-9295-47B8-80FD-DA710BAF0663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43137-682D-B611-472D-6C3056237C9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E68DC-AF70-C23D-75D5-6BD7F9DB3C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0998A37-7DA0-4797-BE0F-1407C577BB96}" type="slidenum">
              <a:rPr lang="en-GB" noProof="0" smtClean="0"/>
              <a:pPr/>
              <a:t>3</a:t>
            </a:fld>
            <a:endParaRPr lang="en-GB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BCAAF8-B518-13E8-4C3B-06907BDADF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76C47B-AB3C-0E43-FCD6-51D679F83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94" y="1419622"/>
            <a:ext cx="7706012" cy="331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39130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A6374CD-E17C-8D53-5501-ACFC8345A7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154837-7459-BA2F-6F14-FAC034751E39}"/>
              </a:ext>
            </a:extLst>
          </p:cNvPr>
          <p:cNvSpPr txBox="1">
            <a:spLocks/>
          </p:cNvSpPr>
          <p:nvPr/>
        </p:nvSpPr>
        <p:spPr bwMode="gray">
          <a:xfrm>
            <a:off x="3347864" y="369490"/>
            <a:ext cx="5363548" cy="43924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Establish the HSE Foundation</a:t>
            </a:r>
          </a:p>
          <a:p>
            <a:pPr marL="628650" lvl="1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 full implementation of HSE standards across all plants</a:t>
            </a:r>
          </a:p>
          <a:p>
            <a:pPr marL="628650" lvl="1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Drive consistent application in daily work, not only on paper</a:t>
            </a:r>
          </a:p>
          <a:p>
            <a:pPr marL="628650" lvl="1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Unsafe practices are not acceptable, even if they are common or “how we do it today”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rgbClr val="004D9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Strengthen HSE Competence</a:t>
            </a:r>
          </a:p>
          <a:p>
            <a:pPr marL="628650" lvl="1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Leaders at all levels understand the hazards and risks in their area</a:t>
            </a:r>
          </a:p>
          <a:p>
            <a:pPr marL="628650" lvl="1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Leadership is visible and engaged, setting the example for safe behavior</a:t>
            </a:r>
          </a:p>
          <a:p>
            <a:pPr marL="628650" lvl="1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 access to qualified HSE expertise, appropriate to the size and risk profile of each operation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GB" sz="1200" dirty="0">
              <a:solidFill>
                <a:srgbClr val="004D9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3) Make Risk‑Informed Decisions Daily – big or small</a:t>
            </a:r>
          </a:p>
          <a:p>
            <a:pPr marL="628650" lvl="1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trading controls for output or speed</a:t>
            </a:r>
          </a:p>
          <a:p>
            <a:pPr marL="628650" lvl="1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 the hazard - Identify sources of harm in the task</a:t>
            </a:r>
          </a:p>
          <a:p>
            <a:pPr marL="628650" lvl="1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 exposure - Who is exposed, when, and how</a:t>
            </a:r>
          </a:p>
          <a:p>
            <a:pPr marL="628650" lvl="1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4D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 and reduce the risk - Apply controls that keep work stable and safe</a:t>
            </a:r>
            <a:endParaRPr lang="en-GB" sz="1200" dirty="0">
              <a:solidFill>
                <a:srgbClr val="004D9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6870E5-D8CE-8F8F-58A5-C815C0E852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432004" y="2391743"/>
            <a:ext cx="2339771" cy="180000"/>
          </a:xfrm>
        </p:spPr>
        <p:txBody>
          <a:bodyPr/>
          <a:lstStyle/>
          <a:p>
            <a:r>
              <a:rPr lang="en-US" dirty="0"/>
              <a:t>Where leadership focus creates the strongest impact on safety performance</a:t>
            </a:r>
            <a:endParaRPr lang="en-GB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D55FDA8-5E56-017C-544E-CAA7E9B57755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Key Levers to Strengthen Safety Culture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0C5E-41BF-03C5-6ABB-3449EB0B298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46329-9766-4717-AE6C-17D4AE93D84F}" type="datetime1">
              <a:rPr lang="en-GB" noProof="0" smtClean="0"/>
              <a:t>05/02/2026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6FBA92-1F4C-D467-20CF-DD0C2C4708C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339E0-8C07-BF79-8E35-BD965C6EDDF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0998A37-7DA0-4797-BE0F-1407C577BB96}" type="slidenum">
              <a:rPr lang="en-GB" noProof="0" smtClean="0"/>
              <a:pPr/>
              <a:t>4</a:t>
            </a:fld>
            <a:endParaRPr lang="en-GB" noProof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F5DB5FC-E8A2-1906-A1C6-629F201B2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01" y="4513194"/>
            <a:ext cx="1418299" cy="49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2650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NNOVA_CATEGORY" val="None"/>
  <p:tag name="ISPRING_RESOURCE_PATHS_HASH_PRESENTER" val="a8324ed4d463bf80e7fc17985c4abcc19ef548c"/>
</p:tagLst>
</file>

<file path=ppt/theme/theme1.xml><?xml version="1.0" encoding="utf-8"?>
<a:theme xmlns:a="http://schemas.openxmlformats.org/drawingml/2006/main" name="ALPLA">
  <a:themeElements>
    <a:clrScheme name="Alpla">
      <a:dk1>
        <a:srgbClr val="004D90"/>
      </a:dk1>
      <a:lt1>
        <a:srgbClr val="FFFFFF"/>
      </a:lt1>
      <a:dk2>
        <a:srgbClr val="E5F3FA"/>
      </a:dk2>
      <a:lt2>
        <a:srgbClr val="FFFFFF"/>
      </a:lt2>
      <a:accent1>
        <a:srgbClr val="004D90"/>
      </a:accent1>
      <a:accent2>
        <a:srgbClr val="85C7E3"/>
      </a:accent2>
      <a:accent3>
        <a:srgbClr val="C9E6F3"/>
      </a:accent3>
      <a:accent4>
        <a:srgbClr val="787878"/>
      </a:accent4>
      <a:accent5>
        <a:srgbClr val="AAAAAA"/>
      </a:accent5>
      <a:accent6>
        <a:srgbClr val="DCDCDC"/>
      </a:accent6>
      <a:hlink>
        <a:srgbClr val="85C7E3"/>
      </a:hlink>
      <a:folHlink>
        <a:srgbClr val="004D90"/>
      </a:folHlink>
    </a:clrScheme>
    <a:fontScheme name="ALPL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004D90"/>
        </a:solidFill>
        <a:ln>
          <a:noFill/>
        </a:ln>
      </a:spPr>
      <a:bodyPr lIns="72000" tIns="72000" rIns="72000" bIns="72000" rtlCol="0" anchor="ctr"/>
      <a:lstStyle>
        <a:defPPr algn="ctr">
          <a:defRPr sz="1000" dirty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 cap="sq">
          <a:solidFill>
            <a:srgbClr val="004D90"/>
          </a:solidFill>
          <a:bevel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00000"/>
          </a:lnSpc>
          <a:spcBef>
            <a:spcPts val="300"/>
          </a:spcBef>
          <a:spcAft>
            <a:spcPts val="300"/>
          </a:spcAft>
          <a:buFont typeface="Wingdings" panose="05000000000000000000" pitchFamily="2" charset="2"/>
          <a:buChar char="§"/>
          <a:defRPr sz="1000" dirty="0" err="1" smtClean="0"/>
        </a:defPPr>
      </a:lstStyle>
    </a:txDef>
  </a:objectDefaults>
  <a:extraClrSchemeLst/>
  <a:custClrLst>
    <a:custClr name="Grey">
      <a:srgbClr val="E9E9EB"/>
    </a:custClr>
    <a:custClr name="White aluminum">
      <a:srgbClr val="BDBEC0"/>
    </a:custClr>
    <a:custClr name="Black">
      <a:srgbClr val="000000"/>
    </a:custClr>
    <a:custClr name=" Signal green  ">
      <a:srgbClr val="00B052"/>
    </a:custClr>
    <a:custClr name=" Traffic light yellow  ">
      <a:srgbClr val="F7D117"/>
    </a:custClr>
    <a:custClr name="Red orange">
      <a:srgbClr val="ED6E00"/>
    </a:custClr>
    <a:custClr name="Signal red">
      <a:srgbClr val="B01C2E"/>
    </a:custClr>
    <a:custClr name="Text blue">
      <a:srgbClr val="2793C9"/>
    </a:custClr>
  </a:custClrLst>
  <a:extLst>
    <a:ext uri="{05A4C25C-085E-4340-85A3-A5531E510DB2}">
      <thm15:themeFamily xmlns:thm15="http://schemas.microsoft.com/office/thememl/2012/main" name="ALPLA_SlideLibrary" id="{53496777-4113-4053-BB33-965B386E62AC}" vid="{5CD733B5-B6D5-48B0-BD50-70A3DBD7249E}"/>
    </a:ext>
  </a:extLst>
</a:theme>
</file>

<file path=ppt/theme/theme2.xml><?xml version="1.0" encoding="utf-8"?>
<a:theme xmlns:a="http://schemas.openxmlformats.org/drawingml/2006/main" name="Office Theme">
  <a:themeElements>
    <a:clrScheme name="Alpla">
      <a:dk1>
        <a:srgbClr val="004D90"/>
      </a:dk1>
      <a:lt1>
        <a:srgbClr val="FFFFFF"/>
      </a:lt1>
      <a:dk2>
        <a:srgbClr val="ECF6FC"/>
      </a:dk2>
      <a:lt2>
        <a:srgbClr val="FFFFFF"/>
      </a:lt2>
      <a:accent1>
        <a:srgbClr val="004D90"/>
      </a:accent1>
      <a:accent2>
        <a:srgbClr val="85C7E3"/>
      </a:accent2>
      <a:accent3>
        <a:srgbClr val="C9E6F3"/>
      </a:accent3>
      <a:accent4>
        <a:srgbClr val="787878"/>
      </a:accent4>
      <a:accent5>
        <a:srgbClr val="AAAAAA"/>
      </a:accent5>
      <a:accent6>
        <a:srgbClr val="DCDCDC"/>
      </a:accent6>
      <a:hlink>
        <a:srgbClr val="85C7E3"/>
      </a:hlink>
      <a:folHlink>
        <a:srgbClr val="004D90"/>
      </a:folHlink>
    </a:clrScheme>
    <a:fontScheme name="ALPL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 w="3175">
          <a:solidFill>
            <a:schemeClr val="accent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 cap="sq">
          <a:solidFill>
            <a:srgbClr val="004D90"/>
          </a:solidFill>
          <a:bevel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00000"/>
          </a:lnSpc>
          <a:spcBef>
            <a:spcPts val="300"/>
          </a:spcBef>
          <a:spcAft>
            <a:spcPts val="300"/>
          </a:spcAft>
          <a:buFont typeface="Wingdings" panose="05000000000000000000" pitchFamily="2" charset="2"/>
          <a:buChar char="§"/>
          <a:defRPr sz="1000" dirty="0" err="1" smtClean="0"/>
        </a:defPPr>
      </a:lstStyle>
    </a:txDef>
  </a:objectDefaults>
  <a:extraClrSchemeLst/>
  <a:custClrLst>
    <a:custClr name="Grey">
      <a:srgbClr val="E9E9EB"/>
    </a:custClr>
    <a:custClr name="White aluminum">
      <a:srgbClr val="BDBEC0"/>
    </a:custClr>
    <a:custClr name="Black">
      <a:srgbClr val="000000"/>
    </a:custClr>
    <a:custClr name=" Signal green  ">
      <a:srgbClr val="00B052"/>
    </a:custClr>
    <a:custClr name=" Traffic light yellow  ">
      <a:srgbClr val="F7D117"/>
    </a:custClr>
    <a:custClr name="Red orange">
      <a:srgbClr val="ED6E00"/>
    </a:custClr>
    <a:custClr name="Signal red">
      <a:srgbClr val="B01C2E"/>
    </a:custClr>
    <a:custClr name="Text blue">
      <a:srgbClr val="2793C9"/>
    </a:custClr>
  </a:custClrLst>
</a:theme>
</file>

<file path=ppt/theme/theme3.xml><?xml version="1.0" encoding="utf-8"?>
<a:theme xmlns:a="http://schemas.openxmlformats.org/drawingml/2006/main" name="Office Theme">
  <a:themeElements>
    <a:clrScheme name="Alpla">
      <a:dk1>
        <a:srgbClr val="004D90"/>
      </a:dk1>
      <a:lt1>
        <a:srgbClr val="FFFFFF"/>
      </a:lt1>
      <a:dk2>
        <a:srgbClr val="ECF6FC"/>
      </a:dk2>
      <a:lt2>
        <a:srgbClr val="FFFFFF"/>
      </a:lt2>
      <a:accent1>
        <a:srgbClr val="004D90"/>
      </a:accent1>
      <a:accent2>
        <a:srgbClr val="85C7E3"/>
      </a:accent2>
      <a:accent3>
        <a:srgbClr val="C9E6F3"/>
      </a:accent3>
      <a:accent4>
        <a:srgbClr val="787878"/>
      </a:accent4>
      <a:accent5>
        <a:srgbClr val="AAAAAA"/>
      </a:accent5>
      <a:accent6>
        <a:srgbClr val="DCDCDC"/>
      </a:accent6>
      <a:hlink>
        <a:srgbClr val="85C7E3"/>
      </a:hlink>
      <a:folHlink>
        <a:srgbClr val="004D90"/>
      </a:folHlink>
    </a:clrScheme>
    <a:fontScheme name="ALPL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 w="3175">
          <a:solidFill>
            <a:schemeClr val="accent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 cap="sq">
          <a:solidFill>
            <a:srgbClr val="004D90"/>
          </a:solidFill>
          <a:bevel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00000"/>
          </a:lnSpc>
          <a:spcBef>
            <a:spcPts val="300"/>
          </a:spcBef>
          <a:spcAft>
            <a:spcPts val="300"/>
          </a:spcAft>
          <a:buFont typeface="Wingdings" panose="05000000000000000000" pitchFamily="2" charset="2"/>
          <a:buChar char="§"/>
          <a:defRPr sz="1000" dirty="0" err="1" smtClean="0"/>
        </a:defPPr>
      </a:lstStyle>
    </a:txDef>
  </a:objectDefaults>
  <a:extraClrSchemeLst/>
  <a:custClrLst>
    <a:custClr name="Grey">
      <a:srgbClr val="E9E9EB"/>
    </a:custClr>
    <a:custClr name="White aluminum">
      <a:srgbClr val="BDBEC0"/>
    </a:custClr>
    <a:custClr name="Black">
      <a:srgbClr val="000000"/>
    </a:custClr>
    <a:custClr name=" Signal green  ">
      <a:srgbClr val="00B052"/>
    </a:custClr>
    <a:custClr name=" Traffic light yellow  ">
      <a:srgbClr val="F7D117"/>
    </a:custClr>
    <a:custClr name="Red orange">
      <a:srgbClr val="ED6E00"/>
    </a:custClr>
    <a:custClr name="Signal red">
      <a:srgbClr val="B01C2E"/>
    </a:custClr>
    <a:custClr name="Text blue">
      <a:srgbClr val="2793C9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316b092-a2a1-4f3b-b455-46c1e19af03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2E5FD0FACC1A441A3B98524628D82BB" ma:contentTypeVersion="17" ma:contentTypeDescription="Ein neues Dokument erstellen." ma:contentTypeScope="" ma:versionID="90b34ba9a8e0e5a7cd9a9eb616b21cb4">
  <xsd:schema xmlns:xsd="http://www.w3.org/2001/XMLSchema" xmlns:xs="http://www.w3.org/2001/XMLSchema" xmlns:p="http://schemas.microsoft.com/office/2006/metadata/properties" xmlns:ns3="81b2a3e8-42da-4da6-905d-11a8afbb605c" xmlns:ns4="a316b092-a2a1-4f3b-b455-46c1e19af03e" targetNamespace="http://schemas.microsoft.com/office/2006/metadata/properties" ma:root="true" ma:fieldsID="9758de8688b3a205991ed1d25e7eae26" ns3:_="" ns4:_="">
    <xsd:import namespace="81b2a3e8-42da-4da6-905d-11a8afbb605c"/>
    <xsd:import namespace="a316b092-a2a1-4f3b-b455-46c1e19af03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Location" minOccurs="0"/>
                <xsd:element ref="ns4:MediaLengthInSeconds" minOccurs="0"/>
                <xsd:element ref="ns4:_activity" minOccurs="0"/>
                <xsd:element ref="ns4:MediaServiceSearchProperties" minOccurs="0"/>
                <xsd:element ref="ns4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b2a3e8-42da-4da6-905d-11a8afbb605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Freigabehinweis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16b092-a2a1-4f3b-b455-46c1e19af0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61CFED-9B24-490C-B311-FC694282B2A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6EFB64-8228-4F8B-AE90-AD6C47E3EC6C}">
  <ds:schemaRefs>
    <ds:schemaRef ds:uri="81b2a3e8-42da-4da6-905d-11a8afbb605c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a316b092-a2a1-4f3b-b455-46c1e19af03e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E85F10A-12FA-41BE-9A7E-DE4160CAF115}">
  <ds:schemaRefs>
    <ds:schemaRef ds:uri="81b2a3e8-42da-4da6-905d-11a8afbb605c"/>
    <ds:schemaRef ds:uri="a316b092-a2a1-4f3b-b455-46c1e19af03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Alpla_SlideLibrary</Template>
  <TotalTime>0</TotalTime>
  <Words>284</Words>
  <Application>Microsoft Office PowerPoint</Application>
  <PresentationFormat>On-screen Show (16:9)</PresentationFormat>
  <Paragraphs>51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Ubuntu</vt:lpstr>
      <vt:lpstr>Wingdings</vt:lpstr>
      <vt:lpstr>ALPLA</vt:lpstr>
      <vt:lpstr>We Work Safely  Building the Foundation for a Strong HSE Culture</vt:lpstr>
      <vt:lpstr>Safety Performance and Cultural Drivers</vt:lpstr>
      <vt:lpstr>Lost Time Injuries Frequency </vt:lpstr>
      <vt:lpstr>Key Levers to Strengthen Safety Culture</vt:lpstr>
    </vt:vector>
  </TitlesOfParts>
  <Company>Alpla Werke Alwin Lehner GmbH Co KG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Jelinkova Irena</dc:creator>
  <cp:lastModifiedBy>Jelinkova Irena</cp:lastModifiedBy>
  <cp:revision>9</cp:revision>
  <cp:lastPrinted>2023-06-22T09:27:44Z</cp:lastPrinted>
  <dcterms:created xsi:type="dcterms:W3CDTF">2025-09-09T05:40:55Z</dcterms:created>
  <dcterms:modified xsi:type="dcterms:W3CDTF">2026-02-05T09:01:32Z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0x01010092E5FD0FACC1A441A3B98524628D82BB</vt:lpwstr>
  </property>
</Properties>
</file>