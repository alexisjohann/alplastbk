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4235" r:id="rId5"/>
    <p:sldId id="4248" r:id="rId6"/>
    <p:sldId id="828" r:id="rId7"/>
    <p:sldId id="4251" r:id="rId8"/>
    <p:sldId id="4228" r:id="rId9"/>
    <p:sldId id="4225" r:id="rId10"/>
    <p:sldId id="4229" r:id="rId11"/>
    <p:sldId id="2076137534" r:id="rId12"/>
    <p:sldId id="2076137426" r:id="rId13"/>
    <p:sldId id="2076137474" r:id="rId14"/>
    <p:sldId id="831" r:id="rId15"/>
  </p:sldIdLst>
  <p:sldSz cx="9144000" cy="5143500" type="screen16x9"/>
  <p:notesSz cx="7099300" cy="10234613"/>
  <p:custDataLst>
    <p:tags r:id="rId18"/>
  </p:custDataLst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4F9"/>
    <a:srgbClr val="242423"/>
    <a:srgbClr val="FFFFFF"/>
    <a:srgbClr val="756D65"/>
    <a:srgbClr val="0065C0"/>
    <a:srgbClr val="004D90"/>
    <a:srgbClr val="C9E6F3"/>
    <a:srgbClr val="F5F5F4"/>
    <a:srgbClr val="204078"/>
    <a:srgbClr val="4033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706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>
            <a:extLst>
              <a:ext uri="{FF2B5EF4-FFF2-40B4-BE49-F238E27FC236}">
                <a16:creationId xmlns:a16="http://schemas.microsoft.com/office/drawing/2014/main" id="{CCDE108C-0740-4D59-A868-489EDA37B2B8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gray">
          <a:xfrm>
            <a:off x="511250" y="703472"/>
            <a:ext cx="2908094" cy="370636"/>
          </a:xfrm>
          <a:prstGeom prst="rect">
            <a:avLst/>
          </a:prstGeom>
        </p:spPr>
        <p:txBody>
          <a:bodyPr vert="horz" lIns="0" tIns="0" rIns="0" bIns="71987" rtlCol="0" anchor="b"/>
          <a:lstStyle>
            <a:lvl1pPr algn="l">
              <a:defRPr sz="600"/>
            </a:lvl1pPr>
          </a:lstStyle>
          <a:p>
            <a:endParaRPr lang="en-GB"/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CF318822-D141-48E2-A18C-1342F66338B4}"/>
              </a:ext>
            </a:extLst>
          </p:cNvPr>
          <p:cNvSpPr>
            <a:spLocks noGrp="1"/>
          </p:cNvSpPr>
          <p:nvPr>
            <p:ph type="dt" idx="1"/>
          </p:nvPr>
        </p:nvSpPr>
        <p:spPr bwMode="gray">
          <a:xfrm>
            <a:off x="3703119" y="703472"/>
            <a:ext cx="2901697" cy="370636"/>
          </a:xfrm>
          <a:prstGeom prst="rect">
            <a:avLst/>
          </a:prstGeom>
        </p:spPr>
        <p:txBody>
          <a:bodyPr vert="horz" lIns="0" tIns="0" rIns="0" bIns="71987" rtlCol="0" anchor="b"/>
          <a:lstStyle>
            <a:lvl1pPr algn="r">
              <a:defRPr sz="600"/>
            </a:lvl1pPr>
          </a:lstStyle>
          <a:p>
            <a:fld id="{FA132550-29B4-4D1A-B5A9-C046257652C4}" type="datetimeFigureOut">
              <a:rPr lang="en-GB" smtClean="0"/>
              <a:pPr/>
              <a:t>05/02/2026</a:t>
            </a:fld>
            <a:endParaRPr lang="en-GB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2F7AD149-25B4-435D-B18A-F47DEF88264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gray">
          <a:xfrm>
            <a:off x="511250" y="9036922"/>
            <a:ext cx="2908094" cy="37063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/>
            </a:lvl1pPr>
          </a:lstStyle>
          <a:p>
            <a:endParaRPr lang="en-GB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7544C6B5-3EBD-4489-BE81-1AE9C3CFDB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gray">
          <a:xfrm>
            <a:off x="3703119" y="9036922"/>
            <a:ext cx="2901697" cy="37063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1"/>
            </a:lvl1pPr>
          </a:lstStyle>
          <a:p>
            <a:fld id="{3CA3BB57-E9BD-4315-B19F-606B66B7A05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96614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2" pos="314" userDrawn="1">
          <p15:clr>
            <a:srgbClr val="F26B43"/>
          </p15:clr>
        </p15:guide>
        <p15:guide id="3" orient="horz" pos="68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638921" y="346460"/>
            <a:ext cx="2780424" cy="370636"/>
          </a:xfrm>
          <a:prstGeom prst="rect">
            <a:avLst/>
          </a:prstGeom>
        </p:spPr>
        <p:txBody>
          <a:bodyPr vert="horz" lIns="0" tIns="0" rIns="0" bIns="71987" rtlCol="0" anchor="b"/>
          <a:lstStyle>
            <a:lvl1pPr algn="l">
              <a:defRPr sz="6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650729" y="346460"/>
            <a:ext cx="3180423" cy="370636"/>
          </a:xfrm>
          <a:prstGeom prst="rect">
            <a:avLst/>
          </a:prstGeom>
        </p:spPr>
        <p:txBody>
          <a:bodyPr vert="horz" lIns="0" tIns="0" rIns="0" bIns="71987" rtlCol="0" anchor="b"/>
          <a:lstStyle>
            <a:lvl1pPr algn="r">
              <a:defRPr sz="600"/>
            </a:lvl1pPr>
          </a:lstStyle>
          <a:p>
            <a:fld id="{FA132550-29B4-4D1A-B5A9-C046257652C4}" type="datetimeFigureOut">
              <a:rPr lang="en-GB" smtClean="0"/>
              <a:pPr/>
              <a:t>05/02/2026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638921" y="982365"/>
            <a:ext cx="6192977" cy="348304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06" tIns="47303" rIns="94606" bIns="4730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38921" y="4885795"/>
            <a:ext cx="6192977" cy="432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638921" y="9533575"/>
            <a:ext cx="2780424" cy="37063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3650729" y="9533575"/>
            <a:ext cx="3180423" cy="37063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1"/>
            </a:lvl1pPr>
          </a:lstStyle>
          <a:p>
            <a:fld id="{3CA3BB57-E9BD-4315-B19F-606B66B7A05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692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sz="1200" b="0" kern="1200">
        <a:solidFill>
          <a:srgbClr val="2793C9"/>
        </a:solidFill>
        <a:latin typeface="+mn-lt"/>
        <a:ea typeface="+mn-ea"/>
        <a:cs typeface="+mn-cs"/>
      </a:defRPr>
    </a:lvl2pPr>
    <a:lvl3pPr marL="180000" indent="-18000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360000" indent="-180000" algn="l" defTabSz="914400" rtl="0" eaLnBrk="1" latinLnBrk="0" hangingPunct="1">
      <a:lnSpc>
        <a:spcPct val="100000"/>
      </a:lnSpc>
      <a:spcBef>
        <a:spcPts val="0"/>
      </a:spcBef>
      <a:spcAft>
        <a:spcPts val="300"/>
      </a:spcAft>
      <a:buFont typeface="Arial" panose="020B0604020202020204" pitchFamily="34" charset="0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0000" indent="-18000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buFont typeface="+mj-lt"/>
      <a:buAutoNum type="arabicPeriod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360000" indent="-18000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buFont typeface="+mj-lt"/>
      <a:buAutoNum type="alphaLcPeriod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sz="1400" b="0" i="0" kern="1200">
        <a:solidFill>
          <a:schemeClr val="tx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sz="1400" b="0" i="0" kern="1200">
        <a:solidFill>
          <a:srgbClr val="2793C9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sz="6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2" pos="402" userDrawn="1">
          <p15:clr>
            <a:srgbClr val="F26B43"/>
          </p15:clr>
        </p15:guide>
        <p15:guide id="3" pos="4303" userDrawn="1">
          <p15:clr>
            <a:srgbClr val="F26B43"/>
          </p15:clr>
        </p15:guide>
        <p15:guide id="4" orient="horz" pos="3069" userDrawn="1">
          <p15:clr>
            <a:srgbClr val="F26B43"/>
          </p15:clr>
        </p15:guide>
        <p15:guide id="5" orient="horz" pos="2819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C6BF6-B440-F7E0-8396-A2F8C15FD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A0CCC-34D2-9111-3230-A1178DFDE2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76300" y="892175"/>
            <a:ext cx="5624513" cy="316388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1C0746-B878-EEF2-F742-61A91C92B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C5949-E6A7-E98A-B839-9DCB231C08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3BB57-E9BD-4315-B19F-606B66B7A050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9190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E9A5D-CF6D-4F30-5EEB-98F8582BA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3DCBF-8E20-D721-1048-F1C916736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76300" y="892175"/>
            <a:ext cx="5624513" cy="316388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7BDE25-616B-1DC4-AAC2-E02738F4D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113FD-F0EB-E0C4-0D5D-EB0244B2A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3BB57-E9BD-4315-B19F-606B66B7A050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020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91981-00D7-9462-5CE0-19209D4DB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0C42CB-3B47-7281-3618-9275E2732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39763" y="982663"/>
            <a:ext cx="6191250" cy="34829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9FE368-3B0B-806E-1D02-0957E7238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793E8-8AF9-68E9-1C3F-F97EAE1FC0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3BB57-E9BD-4315-B19F-606B66B7A050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526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0EA213C-2843-91F6-E3AF-35603FAC9B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9153697" y="1642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213C827-7694-566B-641F-E1C13C4AB189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9153697" y="1642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/>
              <a:t>11/2025</a:t>
            </a:r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AD71B3D-F878-553F-967A-E1CC402AF52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9153697" y="1642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A0998A37-7DA0-4797-BE0F-1407C577BB96}" type="slidenum">
              <a:rPr lang="en-GB" smtClean="0"/>
              <a:pPr/>
              <a:t>‹#›</a:t>
            </a:fld>
            <a:r>
              <a:rPr lang="en-GB"/>
              <a:t> </a:t>
            </a:r>
            <a:endParaRPr lang="en-GB" noProof="0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C8B13399-3A21-4835-B99B-15994FE708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lIns="4032000" tIns="792000" rIns="0" bIns="0" anchor="t">
            <a:noAutofit/>
          </a:bodyPr>
          <a:lstStyle>
            <a:lvl1pPr marL="0" indent="0" algn="l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  <a:br>
              <a:rPr lang="en-GB" noProof="0"/>
            </a:br>
            <a:endParaRPr lang="en-GB" noProof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F93FAB7-4EDF-3A23-CE07-DD747EB86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32001" y="771525"/>
            <a:ext cx="3239888" cy="4140225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2514600" ty="234950" sx="100000" sy="100000" flip="none" algn="b"/>
          </a:blipFill>
        </p:spPr>
        <p:txBody>
          <a:bodyPr lIns="180000" tIns="180000" rIns="180000" bIns="1980000" anchor="b">
            <a:noAutofit/>
          </a:bodyPr>
          <a:lstStyle>
            <a:lvl1pPr algn="ctr">
              <a:lnSpc>
                <a:spcPct val="90000"/>
              </a:lnSpc>
              <a:defRPr sz="2800" b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5pPr>
            <a:lvl6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6pPr>
            <a:lvl7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7pPr>
            <a:lvl8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8pPr>
            <a:lvl9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Title of your presentation</a:t>
            </a:r>
          </a:p>
        </p:txBody>
      </p:sp>
      <p:sp>
        <p:nvSpPr>
          <p:cNvPr id="24" name="Rechteck 2">
            <a:extLst>
              <a:ext uri="{FF2B5EF4-FFF2-40B4-BE49-F238E27FC236}">
                <a16:creationId xmlns:a16="http://schemas.microsoft.com/office/drawing/2014/main" id="{CC614957-67D7-5141-F905-BF681FB46AF7}"/>
              </a:ext>
            </a:extLst>
          </p:cNvPr>
          <p:cNvSpPr/>
          <p:nvPr userDrawn="1"/>
        </p:nvSpPr>
        <p:spPr bwMode="gray">
          <a:xfrm>
            <a:off x="8172450" y="-1"/>
            <a:ext cx="792000" cy="33972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62880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2575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8863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5151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14398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177278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40157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03037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400" cap="all" noProof="0">
              <a:solidFill>
                <a:schemeClr val="accent1"/>
              </a:solidFill>
              <a:latin typeface="Arial" panose="020B0604020202020204" pitchFamily="34" charset="0"/>
              <a:ea typeface="Open Sans Condensed" panose="020B0806030504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099400B-BD6C-B926-D7AF-C77ED81897A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792164" y="3111750"/>
            <a:ext cx="2519564" cy="5395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5pPr>
            <a:lvl6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8pPr>
            <a:lvl9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9pPr>
          </a:lstStyle>
          <a:p>
            <a:r>
              <a:rPr lang="en-GB"/>
              <a:t>Subline or short </a:t>
            </a:r>
            <a:br>
              <a:rPr lang="en-GB"/>
            </a:br>
            <a:r>
              <a:rPr lang="en-GB"/>
              <a:t>describing text</a:t>
            </a:r>
          </a:p>
        </p:txBody>
      </p:sp>
    </p:spTree>
    <p:extLst>
      <p:ext uri="{BB962C8B-B14F-4D97-AF65-F5344CB8AC3E}">
        <p14:creationId xmlns:p14="http://schemas.microsoft.com/office/powerpoint/2010/main" val="2129001718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only text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99A45F7-ECB2-EA34-352B-4DF9D1C30358}"/>
              </a:ext>
            </a:extLst>
          </p:cNvPr>
          <p:cNvSpPr>
            <a:spLocks/>
          </p:cNvSpPr>
          <p:nvPr userDrawn="1"/>
        </p:nvSpPr>
        <p:spPr bwMode="gray">
          <a:xfrm>
            <a:off x="0" y="0"/>
            <a:ext cx="9144000" cy="5143500"/>
          </a:xfrm>
          <a:prstGeom prst="rect">
            <a:avLst/>
          </a:prstGeom>
          <a:solidFill>
            <a:srgbClr val="85C7E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900" b="1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35841" y="2031751"/>
            <a:ext cx="5756160" cy="1620000"/>
          </a:xfrm>
          <a:noFill/>
        </p:spPr>
        <p:txBody>
          <a:bodyPr lIns="0" tIns="0" rIns="0" anchor="b">
            <a:noAutofit/>
          </a:bodyPr>
          <a:lstStyle>
            <a:lvl1pPr algn="l">
              <a:lnSpc>
                <a:spcPct val="90000"/>
              </a:lnSpc>
              <a:defRPr sz="5400" b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5pPr>
            <a:lvl6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6pPr>
            <a:lvl7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7pPr>
            <a:lvl8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8pPr>
            <a:lvl9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Title of your presentation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90774D9-CF33-4D17-8122-D28D0F942A14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432002" y="468421"/>
            <a:ext cx="899998" cy="123329"/>
          </a:xfrm>
        </p:spPr>
        <p:txBody>
          <a:bodyPr/>
          <a:lstStyle>
            <a:lvl1pPr algn="l">
              <a:defRPr sz="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BA63C7F0-DE81-42C6-9B8D-28527CF7773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9149326" y="-1"/>
            <a:ext cx="36000" cy="36000"/>
          </a:xfrm>
        </p:spPr>
        <p:txBody>
          <a:bodyPr/>
          <a:lstStyle>
            <a:lvl1pPr algn="l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WE CARE ... not yet enough!</a:t>
            </a:r>
            <a:endParaRPr lang="en-GB" noProof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C3153FEC-AAD5-4735-8BD2-6BC8228EF99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9149326" y="-1"/>
            <a:ext cx="36000" cy="36000"/>
          </a:xfrm>
        </p:spPr>
        <p:txBody>
          <a:bodyPr/>
          <a:lstStyle>
            <a:lvl1pPr algn="l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 </a:t>
            </a:r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7A805F6B-3C4A-8AED-1349-F8A9D7761DAC}"/>
              </a:ext>
            </a:extLst>
          </p:cNvPr>
          <p:cNvSpPr>
            <a:spLocks noChangeAspect="1" noEditPoints="1"/>
          </p:cNvSpPr>
          <p:nvPr userDrawn="1"/>
        </p:nvSpPr>
        <p:spPr bwMode="gray">
          <a:xfrm>
            <a:off x="7993064" y="231750"/>
            <a:ext cx="718936" cy="134430"/>
          </a:xfrm>
          <a:custGeom>
            <a:avLst/>
            <a:gdLst>
              <a:gd name="T0" fmla="*/ 1052 w 1134"/>
              <a:gd name="T1" fmla="*/ 196 h 212"/>
              <a:gd name="T2" fmla="*/ 1092 w 1134"/>
              <a:gd name="T3" fmla="*/ 212 h 212"/>
              <a:gd name="T4" fmla="*/ 1132 w 1134"/>
              <a:gd name="T5" fmla="*/ 181 h 212"/>
              <a:gd name="T6" fmla="*/ 1018 w 1134"/>
              <a:gd name="T7" fmla="*/ 15 h 212"/>
              <a:gd name="T8" fmla="*/ 978 w 1134"/>
              <a:gd name="T9" fmla="*/ 0 h 212"/>
              <a:gd name="T10" fmla="*/ 939 w 1134"/>
              <a:gd name="T11" fmla="*/ 15 h 212"/>
              <a:gd name="T12" fmla="*/ 844 w 1134"/>
              <a:gd name="T13" fmla="*/ 154 h 212"/>
              <a:gd name="T14" fmla="*/ 786 w 1134"/>
              <a:gd name="T15" fmla="*/ 23 h 212"/>
              <a:gd name="T16" fmla="*/ 744 w 1134"/>
              <a:gd name="T17" fmla="*/ 0 h 212"/>
              <a:gd name="T18" fmla="*/ 702 w 1134"/>
              <a:gd name="T19" fmla="*/ 23 h 212"/>
              <a:gd name="T20" fmla="*/ 598 w 1134"/>
              <a:gd name="T21" fmla="*/ 0 h 212"/>
              <a:gd name="T22" fmla="*/ 524 w 1134"/>
              <a:gd name="T23" fmla="*/ 0 h 212"/>
              <a:gd name="T24" fmla="*/ 482 w 1134"/>
              <a:gd name="T25" fmla="*/ 23 h 212"/>
              <a:gd name="T26" fmla="*/ 482 w 1134"/>
              <a:gd name="T27" fmla="*/ 168 h 212"/>
              <a:gd name="T28" fmla="*/ 444 w 1134"/>
              <a:gd name="T29" fmla="*/ 154 h 212"/>
              <a:gd name="T30" fmla="*/ 386 w 1134"/>
              <a:gd name="T31" fmla="*/ 23 h 212"/>
              <a:gd name="T32" fmla="*/ 344 w 1134"/>
              <a:gd name="T33" fmla="*/ 0 h 212"/>
              <a:gd name="T34" fmla="*/ 302 w 1134"/>
              <a:gd name="T35" fmla="*/ 23 h 212"/>
              <a:gd name="T36" fmla="*/ 196 w 1134"/>
              <a:gd name="T37" fmla="*/ 15 h 212"/>
              <a:gd name="T38" fmla="*/ 156 w 1134"/>
              <a:gd name="T39" fmla="*/ 0 h 212"/>
              <a:gd name="T40" fmla="*/ 117 w 1134"/>
              <a:gd name="T41" fmla="*/ 15 h 212"/>
              <a:gd name="T42" fmla="*/ 3 w 1134"/>
              <a:gd name="T43" fmla="*/ 181 h 212"/>
              <a:gd name="T44" fmla="*/ 42 w 1134"/>
              <a:gd name="T45" fmla="*/ 212 h 212"/>
              <a:gd name="T46" fmla="*/ 83 w 1134"/>
              <a:gd name="T47" fmla="*/ 196 h 212"/>
              <a:gd name="T48" fmla="*/ 95 w 1134"/>
              <a:gd name="T49" fmla="*/ 174 h 212"/>
              <a:gd name="T50" fmla="*/ 217 w 1134"/>
              <a:gd name="T51" fmla="*/ 174 h 212"/>
              <a:gd name="T52" fmla="*/ 230 w 1134"/>
              <a:gd name="T53" fmla="*/ 196 h 212"/>
              <a:gd name="T54" fmla="*/ 307 w 1134"/>
              <a:gd name="T55" fmla="*/ 200 h 212"/>
              <a:gd name="T56" fmla="*/ 344 w 1134"/>
              <a:gd name="T57" fmla="*/ 212 h 212"/>
              <a:gd name="T58" fmla="*/ 444 w 1134"/>
              <a:gd name="T59" fmla="*/ 212 h 212"/>
              <a:gd name="T60" fmla="*/ 524 w 1134"/>
              <a:gd name="T61" fmla="*/ 212 h 212"/>
              <a:gd name="T62" fmla="*/ 566 w 1134"/>
              <a:gd name="T63" fmla="*/ 189 h 212"/>
              <a:gd name="T64" fmla="*/ 566 w 1134"/>
              <a:gd name="T65" fmla="*/ 146 h 212"/>
              <a:gd name="T66" fmla="*/ 598 w 1134"/>
              <a:gd name="T67" fmla="*/ 146 h 212"/>
              <a:gd name="T68" fmla="*/ 702 w 1134"/>
              <a:gd name="T69" fmla="*/ 189 h 212"/>
              <a:gd name="T70" fmla="*/ 702 w 1134"/>
              <a:gd name="T71" fmla="*/ 189 h 212"/>
              <a:gd name="T72" fmla="*/ 744 w 1134"/>
              <a:gd name="T73" fmla="*/ 212 h 212"/>
              <a:gd name="T74" fmla="*/ 864 w 1134"/>
              <a:gd name="T75" fmla="*/ 212 h 212"/>
              <a:gd name="T76" fmla="*/ 905 w 1134"/>
              <a:gd name="T77" fmla="*/ 196 h 212"/>
              <a:gd name="T78" fmla="*/ 917 w 1134"/>
              <a:gd name="T79" fmla="*/ 174 h 212"/>
              <a:gd name="T80" fmla="*/ 1039 w 1134"/>
              <a:gd name="T81" fmla="*/ 174 h 212"/>
              <a:gd name="T82" fmla="*/ 188 w 1134"/>
              <a:gd name="T83" fmla="*/ 124 h 212"/>
              <a:gd name="T84" fmla="*/ 156 w 1134"/>
              <a:gd name="T85" fmla="*/ 70 h 212"/>
              <a:gd name="T86" fmla="*/ 125 w 1134"/>
              <a:gd name="T87" fmla="*/ 124 h 212"/>
              <a:gd name="T88" fmla="*/ 598 w 1134"/>
              <a:gd name="T89" fmla="*/ 55 h 212"/>
              <a:gd name="T90" fmla="*/ 566 w 1134"/>
              <a:gd name="T91" fmla="*/ 90 h 212"/>
              <a:gd name="T92" fmla="*/ 598 w 1134"/>
              <a:gd name="T93" fmla="*/ 90 h 212"/>
              <a:gd name="T94" fmla="*/ 630 w 1134"/>
              <a:gd name="T95" fmla="*/ 73 h 212"/>
              <a:gd name="T96" fmla="*/ 598 w 1134"/>
              <a:gd name="T97" fmla="*/ 55 h 212"/>
              <a:gd name="T98" fmla="*/ 947 w 1134"/>
              <a:gd name="T99" fmla="*/ 124 h 212"/>
              <a:gd name="T100" fmla="*/ 1010 w 1134"/>
              <a:gd name="T101" fmla="*/ 124 h 212"/>
              <a:gd name="T102" fmla="*/ 978 w 1134"/>
              <a:gd name="T103" fmla="*/ 70 h 212"/>
              <a:gd name="T104" fmla="*/ 947 w 1134"/>
              <a:gd name="T105" fmla="*/ 124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134" h="212">
                <a:moveTo>
                  <a:pt x="1039" y="174"/>
                </a:moveTo>
                <a:cubicBezTo>
                  <a:pt x="1052" y="196"/>
                  <a:pt x="1052" y="196"/>
                  <a:pt x="1052" y="196"/>
                </a:cubicBezTo>
                <a:cubicBezTo>
                  <a:pt x="1052" y="196"/>
                  <a:pt x="1052" y="196"/>
                  <a:pt x="1052" y="196"/>
                </a:cubicBezTo>
                <a:cubicBezTo>
                  <a:pt x="1057" y="206"/>
                  <a:pt x="1074" y="212"/>
                  <a:pt x="1092" y="212"/>
                </a:cubicBezTo>
                <a:cubicBezTo>
                  <a:pt x="1115" y="212"/>
                  <a:pt x="1134" y="202"/>
                  <a:pt x="1134" y="189"/>
                </a:cubicBezTo>
                <a:cubicBezTo>
                  <a:pt x="1134" y="187"/>
                  <a:pt x="1133" y="184"/>
                  <a:pt x="1132" y="181"/>
                </a:cubicBezTo>
                <a:cubicBezTo>
                  <a:pt x="1132" y="181"/>
                  <a:pt x="1132" y="181"/>
                  <a:pt x="1132" y="181"/>
                </a:cubicBezTo>
                <a:cubicBezTo>
                  <a:pt x="1018" y="15"/>
                  <a:pt x="1018" y="15"/>
                  <a:pt x="1018" y="15"/>
                </a:cubicBezTo>
                <a:cubicBezTo>
                  <a:pt x="1018" y="15"/>
                  <a:pt x="1018" y="15"/>
                  <a:pt x="1018" y="15"/>
                </a:cubicBezTo>
                <a:cubicBezTo>
                  <a:pt x="1012" y="6"/>
                  <a:pt x="996" y="0"/>
                  <a:pt x="978" y="0"/>
                </a:cubicBezTo>
                <a:cubicBezTo>
                  <a:pt x="961" y="0"/>
                  <a:pt x="945" y="6"/>
                  <a:pt x="939" y="15"/>
                </a:cubicBezTo>
                <a:cubicBezTo>
                  <a:pt x="939" y="15"/>
                  <a:pt x="939" y="15"/>
                  <a:pt x="939" y="15"/>
                </a:cubicBezTo>
                <a:cubicBezTo>
                  <a:pt x="844" y="154"/>
                  <a:pt x="844" y="154"/>
                  <a:pt x="844" y="154"/>
                </a:cubicBezTo>
                <a:cubicBezTo>
                  <a:pt x="844" y="154"/>
                  <a:pt x="844" y="154"/>
                  <a:pt x="844" y="154"/>
                </a:cubicBezTo>
                <a:cubicBezTo>
                  <a:pt x="786" y="154"/>
                  <a:pt x="786" y="154"/>
                  <a:pt x="786" y="154"/>
                </a:cubicBezTo>
                <a:cubicBezTo>
                  <a:pt x="786" y="23"/>
                  <a:pt x="786" y="23"/>
                  <a:pt x="786" y="23"/>
                </a:cubicBezTo>
                <a:cubicBezTo>
                  <a:pt x="786" y="23"/>
                  <a:pt x="786" y="23"/>
                  <a:pt x="786" y="23"/>
                </a:cubicBezTo>
                <a:cubicBezTo>
                  <a:pt x="786" y="10"/>
                  <a:pt x="767" y="0"/>
                  <a:pt x="744" y="0"/>
                </a:cubicBezTo>
                <a:cubicBezTo>
                  <a:pt x="721" y="0"/>
                  <a:pt x="702" y="10"/>
                  <a:pt x="702" y="23"/>
                </a:cubicBezTo>
                <a:cubicBezTo>
                  <a:pt x="702" y="23"/>
                  <a:pt x="702" y="23"/>
                  <a:pt x="702" y="23"/>
                </a:cubicBezTo>
                <a:cubicBezTo>
                  <a:pt x="702" y="40"/>
                  <a:pt x="702" y="40"/>
                  <a:pt x="702" y="40"/>
                </a:cubicBezTo>
                <a:cubicBezTo>
                  <a:pt x="683" y="16"/>
                  <a:pt x="643" y="0"/>
                  <a:pt x="598" y="0"/>
                </a:cubicBezTo>
                <a:cubicBezTo>
                  <a:pt x="598" y="0"/>
                  <a:pt x="598" y="0"/>
                  <a:pt x="598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501" y="0"/>
                  <a:pt x="482" y="10"/>
                  <a:pt x="482" y="23"/>
                </a:cubicBezTo>
                <a:cubicBezTo>
                  <a:pt x="482" y="23"/>
                  <a:pt x="482" y="23"/>
                  <a:pt x="482" y="23"/>
                </a:cubicBezTo>
                <a:cubicBezTo>
                  <a:pt x="482" y="168"/>
                  <a:pt x="482" y="168"/>
                  <a:pt x="482" y="168"/>
                </a:cubicBezTo>
                <a:cubicBezTo>
                  <a:pt x="474" y="160"/>
                  <a:pt x="460" y="154"/>
                  <a:pt x="444" y="154"/>
                </a:cubicBezTo>
                <a:cubicBezTo>
                  <a:pt x="444" y="154"/>
                  <a:pt x="444" y="154"/>
                  <a:pt x="444" y="154"/>
                </a:cubicBezTo>
                <a:cubicBezTo>
                  <a:pt x="386" y="154"/>
                  <a:pt x="386" y="154"/>
                  <a:pt x="386" y="154"/>
                </a:cubicBezTo>
                <a:cubicBezTo>
                  <a:pt x="386" y="23"/>
                  <a:pt x="386" y="23"/>
                  <a:pt x="386" y="23"/>
                </a:cubicBezTo>
                <a:cubicBezTo>
                  <a:pt x="386" y="23"/>
                  <a:pt x="386" y="23"/>
                  <a:pt x="386" y="23"/>
                </a:cubicBezTo>
                <a:cubicBezTo>
                  <a:pt x="386" y="10"/>
                  <a:pt x="367" y="0"/>
                  <a:pt x="344" y="0"/>
                </a:cubicBezTo>
                <a:cubicBezTo>
                  <a:pt x="321" y="0"/>
                  <a:pt x="302" y="10"/>
                  <a:pt x="302" y="23"/>
                </a:cubicBezTo>
                <a:cubicBezTo>
                  <a:pt x="302" y="23"/>
                  <a:pt x="302" y="23"/>
                  <a:pt x="302" y="23"/>
                </a:cubicBezTo>
                <a:cubicBezTo>
                  <a:pt x="302" y="170"/>
                  <a:pt x="302" y="170"/>
                  <a:pt x="302" y="170"/>
                </a:cubicBezTo>
                <a:cubicBezTo>
                  <a:pt x="196" y="15"/>
                  <a:pt x="196" y="15"/>
                  <a:pt x="196" y="15"/>
                </a:cubicBezTo>
                <a:cubicBezTo>
                  <a:pt x="196" y="15"/>
                  <a:pt x="196" y="15"/>
                  <a:pt x="196" y="15"/>
                </a:cubicBezTo>
                <a:cubicBezTo>
                  <a:pt x="190" y="6"/>
                  <a:pt x="174" y="0"/>
                  <a:pt x="156" y="0"/>
                </a:cubicBezTo>
                <a:cubicBezTo>
                  <a:pt x="139" y="0"/>
                  <a:pt x="123" y="6"/>
                  <a:pt x="117" y="15"/>
                </a:cubicBezTo>
                <a:cubicBezTo>
                  <a:pt x="117" y="15"/>
                  <a:pt x="117" y="15"/>
                  <a:pt x="117" y="15"/>
                </a:cubicBezTo>
                <a:cubicBezTo>
                  <a:pt x="3" y="181"/>
                  <a:pt x="3" y="181"/>
                  <a:pt x="3" y="181"/>
                </a:cubicBezTo>
                <a:cubicBezTo>
                  <a:pt x="3" y="181"/>
                  <a:pt x="3" y="181"/>
                  <a:pt x="3" y="181"/>
                </a:cubicBezTo>
                <a:cubicBezTo>
                  <a:pt x="1" y="184"/>
                  <a:pt x="0" y="187"/>
                  <a:pt x="0" y="189"/>
                </a:cubicBezTo>
                <a:cubicBezTo>
                  <a:pt x="0" y="202"/>
                  <a:pt x="19" y="212"/>
                  <a:pt x="42" y="212"/>
                </a:cubicBezTo>
                <a:cubicBezTo>
                  <a:pt x="61" y="212"/>
                  <a:pt x="77" y="206"/>
                  <a:pt x="83" y="196"/>
                </a:cubicBezTo>
                <a:cubicBezTo>
                  <a:pt x="83" y="196"/>
                  <a:pt x="83" y="196"/>
                  <a:pt x="83" y="196"/>
                </a:cubicBezTo>
                <a:cubicBezTo>
                  <a:pt x="95" y="174"/>
                  <a:pt x="95" y="174"/>
                  <a:pt x="95" y="174"/>
                </a:cubicBezTo>
                <a:cubicBezTo>
                  <a:pt x="95" y="174"/>
                  <a:pt x="95" y="174"/>
                  <a:pt x="95" y="174"/>
                </a:cubicBezTo>
                <a:cubicBezTo>
                  <a:pt x="217" y="174"/>
                  <a:pt x="217" y="174"/>
                  <a:pt x="217" y="174"/>
                </a:cubicBezTo>
                <a:cubicBezTo>
                  <a:pt x="217" y="174"/>
                  <a:pt x="217" y="174"/>
                  <a:pt x="217" y="174"/>
                </a:cubicBezTo>
                <a:cubicBezTo>
                  <a:pt x="230" y="196"/>
                  <a:pt x="230" y="196"/>
                  <a:pt x="230" y="196"/>
                </a:cubicBezTo>
                <a:cubicBezTo>
                  <a:pt x="230" y="196"/>
                  <a:pt x="230" y="196"/>
                  <a:pt x="230" y="196"/>
                </a:cubicBezTo>
                <a:cubicBezTo>
                  <a:pt x="235" y="206"/>
                  <a:pt x="252" y="212"/>
                  <a:pt x="270" y="212"/>
                </a:cubicBezTo>
                <a:cubicBezTo>
                  <a:pt x="286" y="212"/>
                  <a:pt x="300" y="207"/>
                  <a:pt x="307" y="200"/>
                </a:cubicBezTo>
                <a:cubicBezTo>
                  <a:pt x="314" y="207"/>
                  <a:pt x="328" y="212"/>
                  <a:pt x="344" y="212"/>
                </a:cubicBezTo>
                <a:cubicBezTo>
                  <a:pt x="344" y="212"/>
                  <a:pt x="344" y="212"/>
                  <a:pt x="344" y="212"/>
                </a:cubicBezTo>
                <a:cubicBezTo>
                  <a:pt x="444" y="212"/>
                  <a:pt x="444" y="212"/>
                  <a:pt x="444" y="212"/>
                </a:cubicBezTo>
                <a:cubicBezTo>
                  <a:pt x="444" y="212"/>
                  <a:pt x="444" y="212"/>
                  <a:pt x="444" y="212"/>
                </a:cubicBezTo>
                <a:cubicBezTo>
                  <a:pt x="461" y="212"/>
                  <a:pt x="476" y="205"/>
                  <a:pt x="484" y="196"/>
                </a:cubicBezTo>
                <a:cubicBezTo>
                  <a:pt x="489" y="205"/>
                  <a:pt x="505" y="212"/>
                  <a:pt x="524" y="212"/>
                </a:cubicBezTo>
                <a:cubicBezTo>
                  <a:pt x="547" y="212"/>
                  <a:pt x="566" y="202"/>
                  <a:pt x="566" y="189"/>
                </a:cubicBezTo>
                <a:cubicBezTo>
                  <a:pt x="566" y="189"/>
                  <a:pt x="566" y="189"/>
                  <a:pt x="566" y="189"/>
                </a:cubicBezTo>
                <a:cubicBezTo>
                  <a:pt x="566" y="189"/>
                  <a:pt x="566" y="189"/>
                  <a:pt x="566" y="189"/>
                </a:cubicBezTo>
                <a:cubicBezTo>
                  <a:pt x="566" y="146"/>
                  <a:pt x="566" y="146"/>
                  <a:pt x="566" y="146"/>
                </a:cubicBezTo>
                <a:cubicBezTo>
                  <a:pt x="598" y="146"/>
                  <a:pt x="598" y="146"/>
                  <a:pt x="598" y="146"/>
                </a:cubicBezTo>
                <a:cubicBezTo>
                  <a:pt x="598" y="146"/>
                  <a:pt x="598" y="146"/>
                  <a:pt x="598" y="146"/>
                </a:cubicBezTo>
                <a:cubicBezTo>
                  <a:pt x="643" y="146"/>
                  <a:pt x="683" y="129"/>
                  <a:pt x="702" y="106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202"/>
                  <a:pt x="721" y="212"/>
                  <a:pt x="744" y="212"/>
                </a:cubicBezTo>
                <a:cubicBezTo>
                  <a:pt x="744" y="212"/>
                  <a:pt x="744" y="212"/>
                  <a:pt x="744" y="212"/>
                </a:cubicBezTo>
                <a:cubicBezTo>
                  <a:pt x="864" y="212"/>
                  <a:pt x="864" y="212"/>
                  <a:pt x="864" y="212"/>
                </a:cubicBezTo>
                <a:cubicBezTo>
                  <a:pt x="864" y="212"/>
                  <a:pt x="864" y="212"/>
                  <a:pt x="864" y="212"/>
                </a:cubicBezTo>
                <a:cubicBezTo>
                  <a:pt x="883" y="212"/>
                  <a:pt x="899" y="206"/>
                  <a:pt x="905" y="196"/>
                </a:cubicBezTo>
                <a:cubicBezTo>
                  <a:pt x="905" y="196"/>
                  <a:pt x="905" y="196"/>
                  <a:pt x="905" y="196"/>
                </a:cubicBezTo>
                <a:cubicBezTo>
                  <a:pt x="917" y="174"/>
                  <a:pt x="917" y="174"/>
                  <a:pt x="917" y="174"/>
                </a:cubicBezTo>
                <a:cubicBezTo>
                  <a:pt x="917" y="174"/>
                  <a:pt x="917" y="174"/>
                  <a:pt x="917" y="174"/>
                </a:cubicBezTo>
                <a:cubicBezTo>
                  <a:pt x="1039" y="174"/>
                  <a:pt x="1039" y="174"/>
                  <a:pt x="1039" y="174"/>
                </a:cubicBezTo>
                <a:cubicBezTo>
                  <a:pt x="1039" y="174"/>
                  <a:pt x="1039" y="174"/>
                  <a:pt x="1039" y="174"/>
                </a:cubicBezTo>
                <a:close/>
                <a:moveTo>
                  <a:pt x="125" y="124"/>
                </a:moveTo>
                <a:cubicBezTo>
                  <a:pt x="188" y="124"/>
                  <a:pt x="188" y="124"/>
                  <a:pt x="188" y="124"/>
                </a:cubicBezTo>
                <a:cubicBezTo>
                  <a:pt x="188" y="124"/>
                  <a:pt x="188" y="124"/>
                  <a:pt x="188" y="124"/>
                </a:cubicBezTo>
                <a:cubicBezTo>
                  <a:pt x="156" y="70"/>
                  <a:pt x="156" y="70"/>
                  <a:pt x="156" y="70"/>
                </a:cubicBezTo>
                <a:cubicBezTo>
                  <a:pt x="156" y="70"/>
                  <a:pt x="156" y="70"/>
                  <a:pt x="156" y="70"/>
                </a:cubicBezTo>
                <a:cubicBezTo>
                  <a:pt x="125" y="124"/>
                  <a:pt x="125" y="124"/>
                  <a:pt x="125" y="124"/>
                </a:cubicBezTo>
                <a:cubicBezTo>
                  <a:pt x="125" y="124"/>
                  <a:pt x="125" y="124"/>
                  <a:pt x="125" y="124"/>
                </a:cubicBezTo>
                <a:close/>
                <a:moveTo>
                  <a:pt x="598" y="55"/>
                </a:moveTo>
                <a:cubicBezTo>
                  <a:pt x="566" y="55"/>
                  <a:pt x="566" y="55"/>
                  <a:pt x="566" y="55"/>
                </a:cubicBezTo>
                <a:cubicBezTo>
                  <a:pt x="566" y="90"/>
                  <a:pt x="566" y="90"/>
                  <a:pt x="566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616" y="90"/>
                  <a:pt x="630" y="82"/>
                  <a:pt x="630" y="73"/>
                </a:cubicBezTo>
                <a:cubicBezTo>
                  <a:pt x="630" y="63"/>
                  <a:pt x="616" y="55"/>
                  <a:pt x="598" y="55"/>
                </a:cubicBezTo>
                <a:cubicBezTo>
                  <a:pt x="598" y="55"/>
                  <a:pt x="598" y="55"/>
                  <a:pt x="598" y="55"/>
                </a:cubicBezTo>
                <a:cubicBezTo>
                  <a:pt x="598" y="55"/>
                  <a:pt x="598" y="55"/>
                  <a:pt x="598" y="55"/>
                </a:cubicBezTo>
                <a:close/>
                <a:moveTo>
                  <a:pt x="947" y="124"/>
                </a:moveTo>
                <a:cubicBezTo>
                  <a:pt x="1010" y="124"/>
                  <a:pt x="1010" y="124"/>
                  <a:pt x="1010" y="124"/>
                </a:cubicBezTo>
                <a:cubicBezTo>
                  <a:pt x="1010" y="124"/>
                  <a:pt x="1010" y="124"/>
                  <a:pt x="1010" y="124"/>
                </a:cubicBezTo>
                <a:cubicBezTo>
                  <a:pt x="978" y="70"/>
                  <a:pt x="978" y="70"/>
                  <a:pt x="978" y="70"/>
                </a:cubicBezTo>
                <a:cubicBezTo>
                  <a:pt x="978" y="70"/>
                  <a:pt x="978" y="70"/>
                  <a:pt x="978" y="70"/>
                </a:cubicBezTo>
                <a:cubicBezTo>
                  <a:pt x="947" y="124"/>
                  <a:pt x="947" y="124"/>
                  <a:pt x="947" y="124"/>
                </a:cubicBezTo>
                <a:cubicBezTo>
                  <a:pt x="947" y="124"/>
                  <a:pt x="947" y="124"/>
                  <a:pt x="947" y="1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880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75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863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151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4398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7278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40157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3037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A0992FD9-706F-E6F1-ADB4-943C25F8EC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32000" y="3831750"/>
            <a:ext cx="5756160" cy="540225"/>
          </a:xfr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  <a:p>
            <a:endParaRPr lang="en-US" noProof="0"/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E64F7AE6-1DCF-E701-B617-35480AB29A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32000" y="231750"/>
            <a:ext cx="1800000" cy="123329"/>
          </a:xfrm>
          <a:prstGeom prst="rect">
            <a:avLst/>
          </a:prstGeom>
          <a:noFill/>
        </p:spPr>
        <p:txBody>
          <a:bodyPr bIns="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6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3321794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0" y="1491750"/>
            <a:ext cx="3600000" cy="3240000"/>
          </a:xfrm>
        </p:spPr>
        <p:txBody>
          <a:bodyPr lIns="0" tIns="0" rIns="0" bIns="0">
            <a:noAutofit/>
          </a:bodyPr>
          <a:lstStyle>
            <a:lvl1pPr marL="360000" indent="-3600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400" b="1" i="0">
                <a:solidFill>
                  <a:schemeClr val="tx1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2pPr>
            <a:lvl3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3pPr>
            <a:lvl4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4pPr>
            <a:lvl5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5pPr>
            <a:lvl6pPr marL="360000" indent="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None/>
              <a:defRPr sz="1000" b="0" i="0" baseline="0">
                <a:solidFill>
                  <a:schemeClr val="tx1"/>
                </a:solidFill>
              </a:defRPr>
            </a:lvl6pPr>
            <a:lvl7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 baseline="0">
                <a:solidFill>
                  <a:schemeClr val="tx1"/>
                </a:solidFill>
              </a:defRPr>
            </a:lvl7pPr>
            <a:lvl8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8pPr>
            <a:lvl9pPr marL="540000" indent="-180000">
              <a:spcBef>
                <a:spcPts val="0"/>
              </a:spcBef>
              <a:spcAft>
                <a:spcPts val="500"/>
              </a:spcAft>
              <a:buSzPct val="80000"/>
              <a:buFont typeface="Ubuntu" panose="020B0504030602030204" pitchFamily="34" charset="0"/>
              <a:buChar char="­"/>
              <a:defRPr sz="1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Agenda point</a:t>
            </a:r>
          </a:p>
          <a:p>
            <a:pPr lvl="1"/>
            <a:r>
              <a:rPr lang="en-US" noProof="0"/>
              <a:t>Agenda subpoint</a:t>
            </a:r>
          </a:p>
          <a:p>
            <a:pPr lvl="0"/>
            <a:r>
              <a:rPr lang="en-US" noProof="0"/>
              <a:t>Agenda point</a:t>
            </a:r>
          </a:p>
        </p:txBody>
      </p:sp>
      <p:sp>
        <p:nvSpPr>
          <p:cNvPr id="14" name="Picture Placeholder 10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572000" y="591750"/>
            <a:ext cx="4140000" cy="4140588"/>
          </a:xfrm>
          <a:prstGeom prst="rect">
            <a:avLst/>
          </a:prstGeom>
          <a:noFill/>
        </p:spPr>
        <p:txBody>
          <a:bodyPr lIns="0" tIns="1080000" rIns="0" bIns="0" anchor="t"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10A999-245E-4DF2-8E39-AF6C98198336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gray">
          <a:xfrm>
            <a:off x="684149" y="231750"/>
            <a:ext cx="468000" cy="180000"/>
          </a:xfrm>
        </p:spPr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26C646-676B-4A04-830F-DDAD43A5A13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>
          <a:xfrm>
            <a:off x="1152149" y="231750"/>
            <a:ext cx="900489" cy="180000"/>
          </a:xfrm>
        </p:spPr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82E90-E91D-4CF2-A4BF-C360158AAE7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>
          <a:xfrm>
            <a:off x="432000" y="231750"/>
            <a:ext cx="252149" cy="180000"/>
          </a:xfrm>
        </p:spPr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F65042B-07EB-8F48-1A4B-DDDCD6862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3600000" cy="539999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 </a:t>
            </a:r>
          </a:p>
        </p:txBody>
      </p:sp>
    </p:spTree>
    <p:extLst>
      <p:ext uri="{BB962C8B-B14F-4D97-AF65-F5344CB8AC3E}">
        <p14:creationId xmlns:p14="http://schemas.microsoft.com/office/powerpoint/2010/main" val="5113724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0" y="591750"/>
            <a:ext cx="7740450" cy="414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720000" indent="-720000"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  <a:defRPr sz="2800" b="0" i="0">
                <a:solidFill>
                  <a:schemeClr val="tx1"/>
                </a:solidFill>
              </a:defRPr>
            </a:lvl1pPr>
            <a:lvl2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>
                <a:solidFill>
                  <a:schemeClr val="tx1"/>
                </a:solidFill>
              </a:defRPr>
            </a:lvl2pPr>
            <a:lvl3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>
                <a:solidFill>
                  <a:schemeClr val="tx1"/>
                </a:solidFill>
              </a:defRPr>
            </a:lvl3pPr>
            <a:lvl4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>
                <a:solidFill>
                  <a:schemeClr val="tx1"/>
                </a:solidFill>
              </a:defRPr>
            </a:lvl4pPr>
            <a:lvl5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>
                <a:solidFill>
                  <a:schemeClr val="tx1"/>
                </a:solidFill>
              </a:defRPr>
            </a:lvl5pPr>
            <a:lvl6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 baseline="0">
                <a:solidFill>
                  <a:schemeClr val="tx1"/>
                </a:solidFill>
              </a:defRPr>
            </a:lvl6pPr>
            <a:lvl7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 baseline="0">
                <a:solidFill>
                  <a:schemeClr val="tx1"/>
                </a:solidFill>
              </a:defRPr>
            </a:lvl7pPr>
            <a:lvl8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>
                <a:solidFill>
                  <a:schemeClr val="tx1"/>
                </a:solidFill>
              </a:defRPr>
            </a:lvl8pPr>
            <a:lvl9pPr marL="900000" indent="-180000">
              <a:spcBef>
                <a:spcPts val="0"/>
              </a:spcBef>
              <a:spcAft>
                <a:spcPts val="0"/>
              </a:spcAft>
              <a:buSzPct val="80000"/>
              <a:buFont typeface="Ubuntu" panose="020B0504030602030204" pitchFamily="34" charset="0"/>
              <a:buChar char="­"/>
              <a:defRPr sz="18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Agenda point</a:t>
            </a:r>
          </a:p>
          <a:p>
            <a:pPr lvl="1"/>
            <a:r>
              <a:rPr lang="en-US" noProof="0"/>
              <a:t>Agenda subpoint</a:t>
            </a:r>
          </a:p>
          <a:p>
            <a:pPr lvl="0"/>
            <a:r>
              <a:rPr lang="en-US" noProof="0"/>
              <a:t>Agenda point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8B3C1EC-F052-AB58-17E4-F73E4D03C82E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07B7FD2-D197-82EB-D58D-3B4F0633328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EDA6F1C-6534-8519-08D5-13542D041A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4495512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gray"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noProof="0"/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49"/>
            <a:ext cx="5760000" cy="1038710"/>
          </a:xfrm>
          <a:noFill/>
        </p:spPr>
        <p:txBody>
          <a:bodyPr bIns="288000">
            <a:spAutoFit/>
          </a:bodyPr>
          <a:lstStyle>
            <a:lvl1pPr>
              <a:defRPr sz="5400" i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slide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C168221-12DE-441B-8D0D-E771FE88B2E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D53FB2C3-F348-4D98-83FD-8B411819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93E32D1-4024-4278-80F5-AF6A4C581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0742816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gray">
          <a:xfrm>
            <a:off x="0" y="-1"/>
            <a:ext cx="9144000" cy="5143500"/>
          </a:xfrm>
          <a:prstGeom prst="rect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noProof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31D8AA71-6118-BF66-3A0B-05F7897114E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42" y="591750"/>
            <a:ext cx="4316158" cy="2340363"/>
          </a:xfrm>
          <a:prstGeom prst="rect">
            <a:avLst/>
          </a:prstGeom>
          <a:noFill/>
        </p:spPr>
        <p:txBody>
          <a:bodyPr lIns="0" tIns="360000" rIns="0" bIns="0" anchor="t"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</p:txBody>
      </p:sp>
      <p:sp>
        <p:nvSpPr>
          <p:cNvPr id="5" name="Freeform 14">
            <a:extLst>
              <a:ext uri="{FF2B5EF4-FFF2-40B4-BE49-F238E27FC236}">
                <a16:creationId xmlns:a16="http://schemas.microsoft.com/office/drawing/2014/main" id="{2827405B-B830-8268-284C-EC69861341DC}"/>
              </a:ext>
            </a:extLst>
          </p:cNvPr>
          <p:cNvSpPr>
            <a:spLocks noChangeAspect="1" noEditPoints="1"/>
          </p:cNvSpPr>
          <p:nvPr userDrawn="1"/>
        </p:nvSpPr>
        <p:spPr bwMode="gray">
          <a:xfrm>
            <a:off x="8352000" y="231750"/>
            <a:ext cx="360000" cy="67315"/>
          </a:xfrm>
          <a:custGeom>
            <a:avLst/>
            <a:gdLst>
              <a:gd name="T0" fmla="*/ 1052 w 1134"/>
              <a:gd name="T1" fmla="*/ 196 h 212"/>
              <a:gd name="T2" fmla="*/ 1092 w 1134"/>
              <a:gd name="T3" fmla="*/ 212 h 212"/>
              <a:gd name="T4" fmla="*/ 1132 w 1134"/>
              <a:gd name="T5" fmla="*/ 181 h 212"/>
              <a:gd name="T6" fmla="*/ 1018 w 1134"/>
              <a:gd name="T7" fmla="*/ 15 h 212"/>
              <a:gd name="T8" fmla="*/ 978 w 1134"/>
              <a:gd name="T9" fmla="*/ 0 h 212"/>
              <a:gd name="T10" fmla="*/ 939 w 1134"/>
              <a:gd name="T11" fmla="*/ 15 h 212"/>
              <a:gd name="T12" fmla="*/ 844 w 1134"/>
              <a:gd name="T13" fmla="*/ 154 h 212"/>
              <a:gd name="T14" fmla="*/ 786 w 1134"/>
              <a:gd name="T15" fmla="*/ 23 h 212"/>
              <a:gd name="T16" fmla="*/ 744 w 1134"/>
              <a:gd name="T17" fmla="*/ 0 h 212"/>
              <a:gd name="T18" fmla="*/ 702 w 1134"/>
              <a:gd name="T19" fmla="*/ 23 h 212"/>
              <a:gd name="T20" fmla="*/ 598 w 1134"/>
              <a:gd name="T21" fmla="*/ 0 h 212"/>
              <a:gd name="T22" fmla="*/ 524 w 1134"/>
              <a:gd name="T23" fmla="*/ 0 h 212"/>
              <a:gd name="T24" fmla="*/ 482 w 1134"/>
              <a:gd name="T25" fmla="*/ 23 h 212"/>
              <a:gd name="T26" fmla="*/ 482 w 1134"/>
              <a:gd name="T27" fmla="*/ 168 h 212"/>
              <a:gd name="T28" fmla="*/ 444 w 1134"/>
              <a:gd name="T29" fmla="*/ 154 h 212"/>
              <a:gd name="T30" fmla="*/ 386 w 1134"/>
              <a:gd name="T31" fmla="*/ 23 h 212"/>
              <a:gd name="T32" fmla="*/ 344 w 1134"/>
              <a:gd name="T33" fmla="*/ 0 h 212"/>
              <a:gd name="T34" fmla="*/ 302 w 1134"/>
              <a:gd name="T35" fmla="*/ 23 h 212"/>
              <a:gd name="T36" fmla="*/ 196 w 1134"/>
              <a:gd name="T37" fmla="*/ 15 h 212"/>
              <a:gd name="T38" fmla="*/ 156 w 1134"/>
              <a:gd name="T39" fmla="*/ 0 h 212"/>
              <a:gd name="T40" fmla="*/ 117 w 1134"/>
              <a:gd name="T41" fmla="*/ 15 h 212"/>
              <a:gd name="T42" fmla="*/ 3 w 1134"/>
              <a:gd name="T43" fmla="*/ 181 h 212"/>
              <a:gd name="T44" fmla="*/ 42 w 1134"/>
              <a:gd name="T45" fmla="*/ 212 h 212"/>
              <a:gd name="T46" fmla="*/ 83 w 1134"/>
              <a:gd name="T47" fmla="*/ 196 h 212"/>
              <a:gd name="T48" fmla="*/ 95 w 1134"/>
              <a:gd name="T49" fmla="*/ 174 h 212"/>
              <a:gd name="T50" fmla="*/ 217 w 1134"/>
              <a:gd name="T51" fmla="*/ 174 h 212"/>
              <a:gd name="T52" fmla="*/ 230 w 1134"/>
              <a:gd name="T53" fmla="*/ 196 h 212"/>
              <a:gd name="T54" fmla="*/ 307 w 1134"/>
              <a:gd name="T55" fmla="*/ 200 h 212"/>
              <a:gd name="T56" fmla="*/ 344 w 1134"/>
              <a:gd name="T57" fmla="*/ 212 h 212"/>
              <a:gd name="T58" fmla="*/ 444 w 1134"/>
              <a:gd name="T59" fmla="*/ 212 h 212"/>
              <a:gd name="T60" fmla="*/ 524 w 1134"/>
              <a:gd name="T61" fmla="*/ 212 h 212"/>
              <a:gd name="T62" fmla="*/ 566 w 1134"/>
              <a:gd name="T63" fmla="*/ 189 h 212"/>
              <a:gd name="T64" fmla="*/ 566 w 1134"/>
              <a:gd name="T65" fmla="*/ 146 h 212"/>
              <a:gd name="T66" fmla="*/ 598 w 1134"/>
              <a:gd name="T67" fmla="*/ 146 h 212"/>
              <a:gd name="T68" fmla="*/ 702 w 1134"/>
              <a:gd name="T69" fmla="*/ 189 h 212"/>
              <a:gd name="T70" fmla="*/ 702 w 1134"/>
              <a:gd name="T71" fmla="*/ 189 h 212"/>
              <a:gd name="T72" fmla="*/ 744 w 1134"/>
              <a:gd name="T73" fmla="*/ 212 h 212"/>
              <a:gd name="T74" fmla="*/ 864 w 1134"/>
              <a:gd name="T75" fmla="*/ 212 h 212"/>
              <a:gd name="T76" fmla="*/ 905 w 1134"/>
              <a:gd name="T77" fmla="*/ 196 h 212"/>
              <a:gd name="T78" fmla="*/ 917 w 1134"/>
              <a:gd name="T79" fmla="*/ 174 h 212"/>
              <a:gd name="T80" fmla="*/ 1039 w 1134"/>
              <a:gd name="T81" fmla="*/ 174 h 212"/>
              <a:gd name="T82" fmla="*/ 188 w 1134"/>
              <a:gd name="T83" fmla="*/ 124 h 212"/>
              <a:gd name="T84" fmla="*/ 156 w 1134"/>
              <a:gd name="T85" fmla="*/ 70 h 212"/>
              <a:gd name="T86" fmla="*/ 125 w 1134"/>
              <a:gd name="T87" fmla="*/ 124 h 212"/>
              <a:gd name="T88" fmla="*/ 598 w 1134"/>
              <a:gd name="T89" fmla="*/ 55 h 212"/>
              <a:gd name="T90" fmla="*/ 566 w 1134"/>
              <a:gd name="T91" fmla="*/ 90 h 212"/>
              <a:gd name="T92" fmla="*/ 598 w 1134"/>
              <a:gd name="T93" fmla="*/ 90 h 212"/>
              <a:gd name="T94" fmla="*/ 630 w 1134"/>
              <a:gd name="T95" fmla="*/ 73 h 212"/>
              <a:gd name="T96" fmla="*/ 598 w 1134"/>
              <a:gd name="T97" fmla="*/ 55 h 212"/>
              <a:gd name="T98" fmla="*/ 947 w 1134"/>
              <a:gd name="T99" fmla="*/ 124 h 212"/>
              <a:gd name="T100" fmla="*/ 1010 w 1134"/>
              <a:gd name="T101" fmla="*/ 124 h 212"/>
              <a:gd name="T102" fmla="*/ 978 w 1134"/>
              <a:gd name="T103" fmla="*/ 70 h 212"/>
              <a:gd name="T104" fmla="*/ 947 w 1134"/>
              <a:gd name="T105" fmla="*/ 124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134" h="212">
                <a:moveTo>
                  <a:pt x="1039" y="174"/>
                </a:moveTo>
                <a:cubicBezTo>
                  <a:pt x="1052" y="196"/>
                  <a:pt x="1052" y="196"/>
                  <a:pt x="1052" y="196"/>
                </a:cubicBezTo>
                <a:cubicBezTo>
                  <a:pt x="1052" y="196"/>
                  <a:pt x="1052" y="196"/>
                  <a:pt x="1052" y="196"/>
                </a:cubicBezTo>
                <a:cubicBezTo>
                  <a:pt x="1057" y="206"/>
                  <a:pt x="1074" y="212"/>
                  <a:pt x="1092" y="212"/>
                </a:cubicBezTo>
                <a:cubicBezTo>
                  <a:pt x="1115" y="212"/>
                  <a:pt x="1134" y="202"/>
                  <a:pt x="1134" y="189"/>
                </a:cubicBezTo>
                <a:cubicBezTo>
                  <a:pt x="1134" y="187"/>
                  <a:pt x="1133" y="184"/>
                  <a:pt x="1132" y="181"/>
                </a:cubicBezTo>
                <a:cubicBezTo>
                  <a:pt x="1132" y="181"/>
                  <a:pt x="1132" y="181"/>
                  <a:pt x="1132" y="181"/>
                </a:cubicBezTo>
                <a:cubicBezTo>
                  <a:pt x="1018" y="15"/>
                  <a:pt x="1018" y="15"/>
                  <a:pt x="1018" y="15"/>
                </a:cubicBezTo>
                <a:cubicBezTo>
                  <a:pt x="1018" y="15"/>
                  <a:pt x="1018" y="15"/>
                  <a:pt x="1018" y="15"/>
                </a:cubicBezTo>
                <a:cubicBezTo>
                  <a:pt x="1012" y="6"/>
                  <a:pt x="996" y="0"/>
                  <a:pt x="978" y="0"/>
                </a:cubicBezTo>
                <a:cubicBezTo>
                  <a:pt x="961" y="0"/>
                  <a:pt x="945" y="6"/>
                  <a:pt x="939" y="15"/>
                </a:cubicBezTo>
                <a:cubicBezTo>
                  <a:pt x="939" y="15"/>
                  <a:pt x="939" y="15"/>
                  <a:pt x="939" y="15"/>
                </a:cubicBezTo>
                <a:cubicBezTo>
                  <a:pt x="844" y="154"/>
                  <a:pt x="844" y="154"/>
                  <a:pt x="844" y="154"/>
                </a:cubicBezTo>
                <a:cubicBezTo>
                  <a:pt x="844" y="154"/>
                  <a:pt x="844" y="154"/>
                  <a:pt x="844" y="154"/>
                </a:cubicBezTo>
                <a:cubicBezTo>
                  <a:pt x="786" y="154"/>
                  <a:pt x="786" y="154"/>
                  <a:pt x="786" y="154"/>
                </a:cubicBezTo>
                <a:cubicBezTo>
                  <a:pt x="786" y="23"/>
                  <a:pt x="786" y="23"/>
                  <a:pt x="786" y="23"/>
                </a:cubicBezTo>
                <a:cubicBezTo>
                  <a:pt x="786" y="23"/>
                  <a:pt x="786" y="23"/>
                  <a:pt x="786" y="23"/>
                </a:cubicBezTo>
                <a:cubicBezTo>
                  <a:pt x="786" y="10"/>
                  <a:pt x="767" y="0"/>
                  <a:pt x="744" y="0"/>
                </a:cubicBezTo>
                <a:cubicBezTo>
                  <a:pt x="721" y="0"/>
                  <a:pt x="702" y="10"/>
                  <a:pt x="702" y="23"/>
                </a:cubicBezTo>
                <a:cubicBezTo>
                  <a:pt x="702" y="23"/>
                  <a:pt x="702" y="23"/>
                  <a:pt x="702" y="23"/>
                </a:cubicBezTo>
                <a:cubicBezTo>
                  <a:pt x="702" y="40"/>
                  <a:pt x="702" y="40"/>
                  <a:pt x="702" y="40"/>
                </a:cubicBezTo>
                <a:cubicBezTo>
                  <a:pt x="683" y="16"/>
                  <a:pt x="643" y="0"/>
                  <a:pt x="598" y="0"/>
                </a:cubicBezTo>
                <a:cubicBezTo>
                  <a:pt x="598" y="0"/>
                  <a:pt x="598" y="0"/>
                  <a:pt x="598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501" y="0"/>
                  <a:pt x="482" y="10"/>
                  <a:pt x="482" y="23"/>
                </a:cubicBezTo>
                <a:cubicBezTo>
                  <a:pt x="482" y="23"/>
                  <a:pt x="482" y="23"/>
                  <a:pt x="482" y="23"/>
                </a:cubicBezTo>
                <a:cubicBezTo>
                  <a:pt x="482" y="168"/>
                  <a:pt x="482" y="168"/>
                  <a:pt x="482" y="168"/>
                </a:cubicBezTo>
                <a:cubicBezTo>
                  <a:pt x="474" y="160"/>
                  <a:pt x="460" y="154"/>
                  <a:pt x="444" y="154"/>
                </a:cubicBezTo>
                <a:cubicBezTo>
                  <a:pt x="444" y="154"/>
                  <a:pt x="444" y="154"/>
                  <a:pt x="444" y="154"/>
                </a:cubicBezTo>
                <a:cubicBezTo>
                  <a:pt x="386" y="154"/>
                  <a:pt x="386" y="154"/>
                  <a:pt x="386" y="154"/>
                </a:cubicBezTo>
                <a:cubicBezTo>
                  <a:pt x="386" y="23"/>
                  <a:pt x="386" y="23"/>
                  <a:pt x="386" y="23"/>
                </a:cubicBezTo>
                <a:cubicBezTo>
                  <a:pt x="386" y="23"/>
                  <a:pt x="386" y="23"/>
                  <a:pt x="386" y="23"/>
                </a:cubicBezTo>
                <a:cubicBezTo>
                  <a:pt x="386" y="10"/>
                  <a:pt x="367" y="0"/>
                  <a:pt x="344" y="0"/>
                </a:cubicBezTo>
                <a:cubicBezTo>
                  <a:pt x="321" y="0"/>
                  <a:pt x="302" y="10"/>
                  <a:pt x="302" y="23"/>
                </a:cubicBezTo>
                <a:cubicBezTo>
                  <a:pt x="302" y="23"/>
                  <a:pt x="302" y="23"/>
                  <a:pt x="302" y="23"/>
                </a:cubicBezTo>
                <a:cubicBezTo>
                  <a:pt x="302" y="170"/>
                  <a:pt x="302" y="170"/>
                  <a:pt x="302" y="170"/>
                </a:cubicBezTo>
                <a:cubicBezTo>
                  <a:pt x="196" y="15"/>
                  <a:pt x="196" y="15"/>
                  <a:pt x="196" y="15"/>
                </a:cubicBezTo>
                <a:cubicBezTo>
                  <a:pt x="196" y="15"/>
                  <a:pt x="196" y="15"/>
                  <a:pt x="196" y="15"/>
                </a:cubicBezTo>
                <a:cubicBezTo>
                  <a:pt x="190" y="6"/>
                  <a:pt x="174" y="0"/>
                  <a:pt x="156" y="0"/>
                </a:cubicBezTo>
                <a:cubicBezTo>
                  <a:pt x="139" y="0"/>
                  <a:pt x="123" y="6"/>
                  <a:pt x="117" y="15"/>
                </a:cubicBezTo>
                <a:cubicBezTo>
                  <a:pt x="117" y="15"/>
                  <a:pt x="117" y="15"/>
                  <a:pt x="117" y="15"/>
                </a:cubicBezTo>
                <a:cubicBezTo>
                  <a:pt x="3" y="181"/>
                  <a:pt x="3" y="181"/>
                  <a:pt x="3" y="181"/>
                </a:cubicBezTo>
                <a:cubicBezTo>
                  <a:pt x="3" y="181"/>
                  <a:pt x="3" y="181"/>
                  <a:pt x="3" y="181"/>
                </a:cubicBezTo>
                <a:cubicBezTo>
                  <a:pt x="1" y="184"/>
                  <a:pt x="0" y="187"/>
                  <a:pt x="0" y="189"/>
                </a:cubicBezTo>
                <a:cubicBezTo>
                  <a:pt x="0" y="202"/>
                  <a:pt x="19" y="212"/>
                  <a:pt x="42" y="212"/>
                </a:cubicBezTo>
                <a:cubicBezTo>
                  <a:pt x="61" y="212"/>
                  <a:pt x="77" y="206"/>
                  <a:pt x="83" y="196"/>
                </a:cubicBezTo>
                <a:cubicBezTo>
                  <a:pt x="83" y="196"/>
                  <a:pt x="83" y="196"/>
                  <a:pt x="83" y="196"/>
                </a:cubicBezTo>
                <a:cubicBezTo>
                  <a:pt x="95" y="174"/>
                  <a:pt x="95" y="174"/>
                  <a:pt x="95" y="174"/>
                </a:cubicBezTo>
                <a:cubicBezTo>
                  <a:pt x="95" y="174"/>
                  <a:pt x="95" y="174"/>
                  <a:pt x="95" y="174"/>
                </a:cubicBezTo>
                <a:cubicBezTo>
                  <a:pt x="217" y="174"/>
                  <a:pt x="217" y="174"/>
                  <a:pt x="217" y="174"/>
                </a:cubicBezTo>
                <a:cubicBezTo>
                  <a:pt x="217" y="174"/>
                  <a:pt x="217" y="174"/>
                  <a:pt x="217" y="174"/>
                </a:cubicBezTo>
                <a:cubicBezTo>
                  <a:pt x="230" y="196"/>
                  <a:pt x="230" y="196"/>
                  <a:pt x="230" y="196"/>
                </a:cubicBezTo>
                <a:cubicBezTo>
                  <a:pt x="230" y="196"/>
                  <a:pt x="230" y="196"/>
                  <a:pt x="230" y="196"/>
                </a:cubicBezTo>
                <a:cubicBezTo>
                  <a:pt x="235" y="206"/>
                  <a:pt x="252" y="212"/>
                  <a:pt x="270" y="212"/>
                </a:cubicBezTo>
                <a:cubicBezTo>
                  <a:pt x="286" y="212"/>
                  <a:pt x="300" y="207"/>
                  <a:pt x="307" y="200"/>
                </a:cubicBezTo>
                <a:cubicBezTo>
                  <a:pt x="314" y="207"/>
                  <a:pt x="328" y="212"/>
                  <a:pt x="344" y="212"/>
                </a:cubicBezTo>
                <a:cubicBezTo>
                  <a:pt x="344" y="212"/>
                  <a:pt x="344" y="212"/>
                  <a:pt x="344" y="212"/>
                </a:cubicBezTo>
                <a:cubicBezTo>
                  <a:pt x="444" y="212"/>
                  <a:pt x="444" y="212"/>
                  <a:pt x="444" y="212"/>
                </a:cubicBezTo>
                <a:cubicBezTo>
                  <a:pt x="444" y="212"/>
                  <a:pt x="444" y="212"/>
                  <a:pt x="444" y="212"/>
                </a:cubicBezTo>
                <a:cubicBezTo>
                  <a:pt x="461" y="212"/>
                  <a:pt x="476" y="205"/>
                  <a:pt x="484" y="196"/>
                </a:cubicBezTo>
                <a:cubicBezTo>
                  <a:pt x="489" y="205"/>
                  <a:pt x="505" y="212"/>
                  <a:pt x="524" y="212"/>
                </a:cubicBezTo>
                <a:cubicBezTo>
                  <a:pt x="547" y="212"/>
                  <a:pt x="566" y="202"/>
                  <a:pt x="566" y="189"/>
                </a:cubicBezTo>
                <a:cubicBezTo>
                  <a:pt x="566" y="189"/>
                  <a:pt x="566" y="189"/>
                  <a:pt x="566" y="189"/>
                </a:cubicBezTo>
                <a:cubicBezTo>
                  <a:pt x="566" y="189"/>
                  <a:pt x="566" y="189"/>
                  <a:pt x="566" y="189"/>
                </a:cubicBezTo>
                <a:cubicBezTo>
                  <a:pt x="566" y="146"/>
                  <a:pt x="566" y="146"/>
                  <a:pt x="566" y="146"/>
                </a:cubicBezTo>
                <a:cubicBezTo>
                  <a:pt x="598" y="146"/>
                  <a:pt x="598" y="146"/>
                  <a:pt x="598" y="146"/>
                </a:cubicBezTo>
                <a:cubicBezTo>
                  <a:pt x="598" y="146"/>
                  <a:pt x="598" y="146"/>
                  <a:pt x="598" y="146"/>
                </a:cubicBezTo>
                <a:cubicBezTo>
                  <a:pt x="643" y="146"/>
                  <a:pt x="683" y="129"/>
                  <a:pt x="702" y="106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202"/>
                  <a:pt x="721" y="212"/>
                  <a:pt x="744" y="212"/>
                </a:cubicBezTo>
                <a:cubicBezTo>
                  <a:pt x="744" y="212"/>
                  <a:pt x="744" y="212"/>
                  <a:pt x="744" y="212"/>
                </a:cubicBezTo>
                <a:cubicBezTo>
                  <a:pt x="864" y="212"/>
                  <a:pt x="864" y="212"/>
                  <a:pt x="864" y="212"/>
                </a:cubicBezTo>
                <a:cubicBezTo>
                  <a:pt x="864" y="212"/>
                  <a:pt x="864" y="212"/>
                  <a:pt x="864" y="212"/>
                </a:cubicBezTo>
                <a:cubicBezTo>
                  <a:pt x="883" y="212"/>
                  <a:pt x="899" y="206"/>
                  <a:pt x="905" y="196"/>
                </a:cubicBezTo>
                <a:cubicBezTo>
                  <a:pt x="905" y="196"/>
                  <a:pt x="905" y="196"/>
                  <a:pt x="905" y="196"/>
                </a:cubicBezTo>
                <a:cubicBezTo>
                  <a:pt x="917" y="174"/>
                  <a:pt x="917" y="174"/>
                  <a:pt x="917" y="174"/>
                </a:cubicBezTo>
                <a:cubicBezTo>
                  <a:pt x="917" y="174"/>
                  <a:pt x="917" y="174"/>
                  <a:pt x="917" y="174"/>
                </a:cubicBezTo>
                <a:cubicBezTo>
                  <a:pt x="1039" y="174"/>
                  <a:pt x="1039" y="174"/>
                  <a:pt x="1039" y="174"/>
                </a:cubicBezTo>
                <a:cubicBezTo>
                  <a:pt x="1039" y="174"/>
                  <a:pt x="1039" y="174"/>
                  <a:pt x="1039" y="174"/>
                </a:cubicBezTo>
                <a:close/>
                <a:moveTo>
                  <a:pt x="125" y="124"/>
                </a:moveTo>
                <a:cubicBezTo>
                  <a:pt x="188" y="124"/>
                  <a:pt x="188" y="124"/>
                  <a:pt x="188" y="124"/>
                </a:cubicBezTo>
                <a:cubicBezTo>
                  <a:pt x="188" y="124"/>
                  <a:pt x="188" y="124"/>
                  <a:pt x="188" y="124"/>
                </a:cubicBezTo>
                <a:cubicBezTo>
                  <a:pt x="156" y="70"/>
                  <a:pt x="156" y="70"/>
                  <a:pt x="156" y="70"/>
                </a:cubicBezTo>
                <a:cubicBezTo>
                  <a:pt x="156" y="70"/>
                  <a:pt x="156" y="70"/>
                  <a:pt x="156" y="70"/>
                </a:cubicBezTo>
                <a:cubicBezTo>
                  <a:pt x="125" y="124"/>
                  <a:pt x="125" y="124"/>
                  <a:pt x="125" y="124"/>
                </a:cubicBezTo>
                <a:cubicBezTo>
                  <a:pt x="125" y="124"/>
                  <a:pt x="125" y="124"/>
                  <a:pt x="125" y="124"/>
                </a:cubicBezTo>
                <a:close/>
                <a:moveTo>
                  <a:pt x="598" y="55"/>
                </a:moveTo>
                <a:cubicBezTo>
                  <a:pt x="566" y="55"/>
                  <a:pt x="566" y="55"/>
                  <a:pt x="566" y="55"/>
                </a:cubicBezTo>
                <a:cubicBezTo>
                  <a:pt x="566" y="90"/>
                  <a:pt x="566" y="90"/>
                  <a:pt x="566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616" y="90"/>
                  <a:pt x="630" y="82"/>
                  <a:pt x="630" y="73"/>
                </a:cubicBezTo>
                <a:cubicBezTo>
                  <a:pt x="630" y="63"/>
                  <a:pt x="616" y="55"/>
                  <a:pt x="598" y="55"/>
                </a:cubicBezTo>
                <a:cubicBezTo>
                  <a:pt x="598" y="55"/>
                  <a:pt x="598" y="55"/>
                  <a:pt x="598" y="55"/>
                </a:cubicBezTo>
                <a:cubicBezTo>
                  <a:pt x="598" y="55"/>
                  <a:pt x="598" y="55"/>
                  <a:pt x="598" y="55"/>
                </a:cubicBezTo>
                <a:close/>
                <a:moveTo>
                  <a:pt x="947" y="124"/>
                </a:moveTo>
                <a:cubicBezTo>
                  <a:pt x="1010" y="124"/>
                  <a:pt x="1010" y="124"/>
                  <a:pt x="1010" y="124"/>
                </a:cubicBezTo>
                <a:cubicBezTo>
                  <a:pt x="1010" y="124"/>
                  <a:pt x="1010" y="124"/>
                  <a:pt x="1010" y="124"/>
                </a:cubicBezTo>
                <a:cubicBezTo>
                  <a:pt x="978" y="70"/>
                  <a:pt x="978" y="70"/>
                  <a:pt x="978" y="70"/>
                </a:cubicBezTo>
                <a:cubicBezTo>
                  <a:pt x="978" y="70"/>
                  <a:pt x="978" y="70"/>
                  <a:pt x="978" y="70"/>
                </a:cubicBezTo>
                <a:cubicBezTo>
                  <a:pt x="947" y="124"/>
                  <a:pt x="947" y="124"/>
                  <a:pt x="947" y="124"/>
                </a:cubicBezTo>
                <a:cubicBezTo>
                  <a:pt x="947" y="124"/>
                  <a:pt x="947" y="124"/>
                  <a:pt x="947" y="1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880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75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863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151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4398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7278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40157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3037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 bwMode="gray">
          <a:xfrm>
            <a:off x="435841" y="3415956"/>
            <a:ext cx="5756160" cy="1495794"/>
          </a:xfrm>
          <a:noFill/>
        </p:spPr>
        <p:txBody>
          <a:bodyPr bIns="0" anchor="b">
            <a:spAutoFit/>
          </a:bodyPr>
          <a:lstStyle>
            <a:lvl1pPr>
              <a:defRPr sz="5400" i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This is a divider slide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C168221-12DE-441B-8D0D-E771FE88B2E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D53FB2C3-F348-4D98-83FD-8B411819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93E32D1-4024-4278-80F5-AF6A4C581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FFBF4FB0-E5E6-E1E9-75D4-82FBACC95CE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272000" y="3291750"/>
            <a:ext cx="1440000" cy="1620000"/>
          </a:xfrm>
          <a:noFill/>
        </p:spPr>
        <p:txBody>
          <a:bodyPr anchor="b"/>
          <a:lstStyle>
            <a:lvl1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 b="0">
                <a:solidFill>
                  <a:schemeClr val="tx1"/>
                </a:solidFill>
              </a:defRPr>
            </a:lvl1pPr>
            <a:lvl2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2pPr>
            <a:lvl3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3pPr>
            <a:lvl4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4pPr>
            <a:lvl5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5pPr>
            <a:lvl6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6pPr>
            <a:lvl7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7pPr>
            <a:lvl8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8pPr>
            <a:lvl9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5400">
                <a:solidFill>
                  <a:schemeClr val="tx1"/>
                </a:solidFill>
              </a:defRPr>
            </a:lvl9pPr>
          </a:lstStyle>
          <a:p>
            <a:pPr lvl="8"/>
            <a:r>
              <a:rPr lang="en-GB" noProof="0"/>
              <a:t>##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4CB16D26-36D5-3D91-1479-D6745C4C1159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272338" y="591750"/>
            <a:ext cx="1439662" cy="720725"/>
          </a:xfrm>
        </p:spPr>
        <p:txBody>
          <a:bodyPr wrap="square"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675996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full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">
            <a:extLst>
              <a:ext uri="{FF2B5EF4-FFF2-40B4-BE49-F238E27FC236}">
                <a16:creationId xmlns:a16="http://schemas.microsoft.com/office/drawing/2014/main" id="{CC614957-67D7-5141-F905-BF681FB46AF7}"/>
              </a:ext>
            </a:extLst>
          </p:cNvPr>
          <p:cNvSpPr/>
          <p:nvPr userDrawn="1"/>
        </p:nvSpPr>
        <p:spPr bwMode="gray">
          <a:xfrm>
            <a:off x="8172450" y="-1"/>
            <a:ext cx="792000" cy="33972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62880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2575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8863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5151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14398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177278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40157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03037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400" cap="all" noProof="0">
              <a:solidFill>
                <a:schemeClr val="accent1"/>
              </a:solidFill>
              <a:latin typeface="Arial" panose="020B0604020202020204" pitchFamily="34" charset="0"/>
              <a:ea typeface="Open Sans Condensed" panose="020B08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C8B13399-3A21-4835-B99B-15994FE708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lIns="4032000" tIns="1476000" rIns="0" bIns="0" anchor="t">
            <a:noAutofit/>
          </a:bodyPr>
          <a:lstStyle>
            <a:lvl1pPr marL="0" indent="0" algn="l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  <a:br>
              <a:rPr lang="en-GB" noProof="0"/>
            </a:br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32001" y="2032000"/>
            <a:ext cx="3239888" cy="2879750"/>
          </a:xfrm>
          <a:solidFill>
            <a:schemeClr val="accent2"/>
          </a:solidFill>
        </p:spPr>
        <p:txBody>
          <a:bodyPr lIns="360000" tIns="432000" rIns="180000" bIns="1080000" anchor="b">
            <a:noAutofit/>
          </a:bodyPr>
          <a:lstStyle>
            <a:lvl1pPr algn="l">
              <a:lnSpc>
                <a:spcPct val="90000"/>
              </a:lnSpc>
              <a:defRPr sz="2800" b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5pPr>
            <a:lvl6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6pPr>
            <a:lvl7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7pPr>
            <a:lvl8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8pPr>
            <a:lvl9pPr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This is a divider slide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2306DAFF-BBF5-2A77-DE5B-FD7C3950E192}"/>
              </a:ext>
            </a:extLst>
          </p:cNvPr>
          <p:cNvSpPr>
            <a:spLocks noGrp="1"/>
          </p:cNvSpPr>
          <p:nvPr>
            <p:ph type="dt" sz="half" idx="20"/>
          </p:nvPr>
        </p:nvSpPr>
        <p:spPr bwMode="gray">
          <a:xfrm>
            <a:off x="9153921" y="1521"/>
            <a:ext cx="36000" cy="36000"/>
          </a:xfrm>
        </p:spPr>
        <p:txBody>
          <a:bodyPr tIns="0"/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099400B-BD6C-B926-D7AF-C77ED81897A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792000" y="4011750"/>
            <a:ext cx="2520000" cy="53961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subtitle</a:t>
            </a:r>
            <a:endParaRPr lang="en-GB" noProof="0"/>
          </a:p>
        </p:txBody>
      </p:sp>
      <p:sp>
        <p:nvSpPr>
          <p:cNvPr id="13" name="Footer Placeholder 25">
            <a:extLst>
              <a:ext uri="{FF2B5EF4-FFF2-40B4-BE49-F238E27FC236}">
                <a16:creationId xmlns:a16="http://schemas.microsoft.com/office/drawing/2014/main" id="{2605F7A9-6AA7-4F77-35BF-36B339BC3EA6}"/>
              </a:ext>
            </a:extLst>
          </p:cNvPr>
          <p:cNvSpPr txBox="1">
            <a:spLocks/>
          </p:cNvSpPr>
          <p:nvPr userDrawn="1"/>
        </p:nvSpPr>
        <p:spPr bwMode="gray">
          <a:xfrm>
            <a:off x="9153921" y="1521"/>
            <a:ext cx="36000" cy="36000"/>
          </a:xfrm>
          <a:prstGeom prst="rect">
            <a:avLst/>
          </a:prstGeom>
        </p:spPr>
        <p:txBody>
          <a:bodyPr wrap="none" lIns="0" tIns="0" rIns="0" bIns="0" anchor="t"/>
          <a:lstStyle>
            <a:defPPr>
              <a:defRPr lang="en-US"/>
            </a:defPPr>
            <a:lvl1pPr marL="0" algn="l" defTabSz="685800" rtl="0" eaLnBrk="1" latinLnBrk="0" hangingPunct="1">
              <a:defRPr sz="5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/>
              <a:t> </a:t>
            </a:r>
          </a:p>
        </p:txBody>
      </p:sp>
      <p:sp>
        <p:nvSpPr>
          <p:cNvPr id="14" name="Slide Number Placeholder 26">
            <a:extLst>
              <a:ext uri="{FF2B5EF4-FFF2-40B4-BE49-F238E27FC236}">
                <a16:creationId xmlns:a16="http://schemas.microsoft.com/office/drawing/2014/main" id="{5BCB6B92-3787-342D-8172-EEF633B87E47}"/>
              </a:ext>
            </a:extLst>
          </p:cNvPr>
          <p:cNvSpPr txBox="1">
            <a:spLocks/>
          </p:cNvSpPr>
          <p:nvPr userDrawn="1"/>
        </p:nvSpPr>
        <p:spPr bwMode="gray">
          <a:xfrm>
            <a:off x="9153921" y="1521"/>
            <a:ext cx="36000" cy="36000"/>
          </a:xfrm>
          <a:prstGeom prst="rect">
            <a:avLst/>
          </a:prstGeom>
        </p:spPr>
        <p:txBody>
          <a:bodyPr wrap="none" lIns="0" tIns="0" rIns="0" bIns="0" anchor="t"/>
          <a:lstStyle>
            <a:defPPr>
              <a:defRPr lang="en-US"/>
            </a:defPPr>
            <a:lvl1pPr marL="0" algn="l" defTabSz="685800" rtl="0" eaLnBrk="1" latinLnBrk="0" hangingPunct="1">
              <a:defRPr sz="500" b="0" i="1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88E1C8DC-6ECA-8668-07EB-779F5448F24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gray">
          <a:xfrm>
            <a:off x="9153921" y="1521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WE CARE ... not yet enough!</a:t>
            </a:r>
            <a:endParaRPr lang="en-GB" noProof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C74950CD-418C-2B71-AA78-6398C4D25A2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gray">
          <a:xfrm>
            <a:off x="9153921" y="1521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468420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C602BC-3455-58E7-8D50-6BA1DF4116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D03A7D-5558-223D-3BB7-2DE1D2647434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A9D06A1-D455-8828-FE51-53CF23B4CBC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1BE75C5-636C-235F-20D8-92A942B5741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513426585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0" y="1851750"/>
            <a:ext cx="6300000" cy="2700000"/>
          </a:xfr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C602BC-3455-58E7-8D50-6BA1DF4116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D03A7D-5558-223D-3BB7-2DE1D2647434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A9D06A1-D455-8828-FE51-53CF23B4CBC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1BE75C5-636C-235F-20D8-92A942B5741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067278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32000" y="591748"/>
            <a:ext cx="2340000" cy="34200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 bwMode="gray">
          <a:xfrm>
            <a:off x="432000" y="591750"/>
            <a:ext cx="3600000" cy="2519750"/>
          </a:xfrm>
        </p:spPr>
        <p:txBody>
          <a:bodyPr/>
          <a:lstStyle>
            <a:lvl1pPr>
              <a:defRPr/>
            </a:lvl1pPr>
            <a:lvl2pPr algn="l">
              <a:defRPr sz="2400" b="1">
                <a:solidFill>
                  <a:schemeClr val="accent1"/>
                </a:solidFill>
                <a:latin typeface="+mj-lt"/>
              </a:defRPr>
            </a:lvl2pPr>
            <a:lvl3pPr>
              <a:defRPr sz="2400" b="1">
                <a:solidFill>
                  <a:schemeClr val="accent1"/>
                </a:solidFill>
                <a:latin typeface="+mj-lt"/>
              </a:defRPr>
            </a:lvl3pPr>
            <a:lvl4pPr>
              <a:defRPr sz="2400" b="1">
                <a:solidFill>
                  <a:schemeClr val="accent1"/>
                </a:solidFill>
                <a:latin typeface="+mj-lt"/>
              </a:defRPr>
            </a:lvl4pPr>
            <a:lvl5pPr>
              <a:defRPr sz="2400" b="1">
                <a:solidFill>
                  <a:schemeClr val="accent1"/>
                </a:solidFill>
                <a:latin typeface="+mj-lt"/>
              </a:defRPr>
            </a:lvl5pPr>
            <a:lvl6pPr>
              <a:defRPr sz="2400" b="1">
                <a:solidFill>
                  <a:schemeClr val="accent1"/>
                </a:solidFill>
                <a:latin typeface="+mj-lt"/>
              </a:defRPr>
            </a:lvl6pPr>
            <a:lvl7pPr>
              <a:defRPr sz="2400" b="1">
                <a:solidFill>
                  <a:schemeClr val="accent1"/>
                </a:solidFill>
                <a:latin typeface="+mj-lt"/>
              </a:defRPr>
            </a:lvl7pPr>
            <a:lvl8pPr algn="l">
              <a:defRPr sz="2400" b="1">
                <a:solidFill>
                  <a:schemeClr val="accent1"/>
                </a:solidFill>
                <a:latin typeface="+mj-lt"/>
              </a:defRPr>
            </a:lvl8pPr>
            <a:lvl9pPr>
              <a:defRPr sz="2400" b="1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Click to add title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ECF64D-0084-4ED3-BF9E-1056CC1CD5E4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313939-92A2-44B6-9D2E-C8D776E9F17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E99DD-3933-4FBC-9CD2-AAB379773CC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E551522-E1CF-0E15-8D80-3ABB723E8B5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432004" y="3292350"/>
            <a:ext cx="1800021" cy="720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400">
                <a:solidFill>
                  <a:srgbClr val="2793C9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4967605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1999" y="1851750"/>
            <a:ext cx="3960613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8"/>
          </p:nvPr>
        </p:nvSpPr>
        <p:spPr bwMode="gray">
          <a:xfrm>
            <a:off x="4751387" y="1851750"/>
            <a:ext cx="3960613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BC3374-940B-D9A7-E20A-E3E317880C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16" name="Date Placeholder 9">
            <a:extLst>
              <a:ext uri="{FF2B5EF4-FFF2-40B4-BE49-F238E27FC236}">
                <a16:creationId xmlns:a16="http://schemas.microsoft.com/office/drawing/2014/main" id="{0CA95738-CA48-59E7-A293-97582CEAC4E8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684149" y="231750"/>
            <a:ext cx="468000" cy="180000"/>
          </a:xfrm>
        </p:spPr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17" name="Footer Placeholder 10">
            <a:extLst>
              <a:ext uri="{FF2B5EF4-FFF2-40B4-BE49-F238E27FC236}">
                <a16:creationId xmlns:a16="http://schemas.microsoft.com/office/drawing/2014/main" id="{3171C3FE-08CB-DAA1-FFDE-052386C7441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1152149" y="231750"/>
            <a:ext cx="900489" cy="180000"/>
          </a:xfrm>
        </p:spPr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8" name="Slide Number Placeholder 11">
            <a:extLst>
              <a:ext uri="{FF2B5EF4-FFF2-40B4-BE49-F238E27FC236}">
                <a16:creationId xmlns:a16="http://schemas.microsoft.com/office/drawing/2014/main" id="{624F54B8-4C30-27FA-C612-254A2C4328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432000" y="231750"/>
            <a:ext cx="252149" cy="180000"/>
          </a:xfrm>
        </p:spPr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7FEB3BF-9F09-39CE-83F9-43C659D04C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99691565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0" y="1851750"/>
            <a:ext cx="2520750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8"/>
          </p:nvPr>
        </p:nvSpPr>
        <p:spPr bwMode="gray">
          <a:xfrm>
            <a:off x="3312000" y="1851750"/>
            <a:ext cx="2520750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9"/>
          </p:nvPr>
        </p:nvSpPr>
        <p:spPr bwMode="gray">
          <a:xfrm>
            <a:off x="6192000" y="1851750"/>
            <a:ext cx="2520750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4C61703-B7EC-3B88-1893-10BF76A7F0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1468E90-DCD3-7392-B334-A0B2F80EC8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354782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Picture (1:3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3311524" y="591750"/>
            <a:ext cx="5400475" cy="4140588"/>
          </a:xfrm>
          <a:prstGeom prst="rect">
            <a:avLst/>
          </a:prstGeom>
          <a:noFill/>
        </p:spPr>
        <p:txBody>
          <a:bodyPr lIns="0" tIns="1080000" rIns="0" bIns="0" anchor="t"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0" y="1851750"/>
            <a:ext cx="2340000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2339187" cy="539999"/>
          </a:xfrm>
        </p:spPr>
        <p:txBody>
          <a:bodyPr/>
          <a:lstStyle>
            <a:lvl1pPr>
              <a:defRPr/>
            </a:lvl1pPr>
            <a:lvl8pPr>
              <a:defRPr sz="3200" b="0"/>
            </a:lvl8pPr>
          </a:lstStyle>
          <a:p>
            <a:pPr lvl="0"/>
            <a:r>
              <a:rPr lang="en-GB" noProof="0"/>
              <a:t>Click to add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D853A01A-3A2E-7D28-649B-90C12E88C5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2339187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27825286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Picture (1:1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72000" y="591750"/>
            <a:ext cx="4140000" cy="4140588"/>
          </a:xfrm>
          <a:prstGeom prst="rect">
            <a:avLst/>
          </a:prstGeom>
          <a:noFill/>
        </p:spPr>
        <p:txBody>
          <a:bodyPr lIns="0" tIns="1080000" rIns="0" bIns="0" anchor="t"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0" y="1851750"/>
            <a:ext cx="3599662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3599662" cy="539999"/>
          </a:xfrm>
        </p:spPr>
        <p:txBody>
          <a:bodyPr/>
          <a:lstStyle>
            <a:lvl1pPr>
              <a:defRPr/>
            </a:lvl1pPr>
            <a:lvl8pPr>
              <a:defRPr sz="3200" b="0"/>
            </a:lvl8pPr>
          </a:lstStyle>
          <a:p>
            <a:pPr lvl="0"/>
            <a:r>
              <a:rPr lang="en-GB" noProof="0"/>
              <a:t>Click to add title 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D853A01A-3A2E-7D28-649B-90C12E88C5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3599662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89872798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Picture (3:1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1999" y="1851750"/>
            <a:ext cx="5218912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191250" y="591750"/>
            <a:ext cx="2520750" cy="4140000"/>
          </a:xfrm>
          <a:prstGeom prst="rect">
            <a:avLst/>
          </a:prstGeom>
          <a:noFill/>
        </p:spPr>
        <p:txBody>
          <a:bodyPr lIns="0" tIns="1080000" rIns="0" bIns="0" anchor="t"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7E6D24-3C38-206A-B433-B1D920228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5218912" cy="539999"/>
          </a:xfrm>
        </p:spPr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429EDACC-4BBB-8B37-1038-E03C1F07A6B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5218912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3237947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2 x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0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4572000" y="2751750"/>
            <a:ext cx="4140000" cy="1980000"/>
          </a:xfrm>
          <a:prstGeom prst="rect">
            <a:avLst/>
          </a:prstGeom>
          <a:noFill/>
        </p:spPr>
        <p:txBody>
          <a:bodyPr lIns="0" tIns="216000" rIns="0" bIns="0" anchor="t"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72000" y="591750"/>
            <a:ext cx="4140000" cy="1980000"/>
          </a:xfrm>
          <a:prstGeom prst="rect">
            <a:avLst/>
          </a:prstGeom>
          <a:noFill/>
        </p:spPr>
        <p:txBody>
          <a:bodyPr lIns="0" tIns="216000" rIns="0" bIns="0" anchor="t">
            <a:norm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4" y="1851750"/>
            <a:ext cx="3600250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FC3848-41D2-7760-6391-06281F72F2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3600250" cy="539999"/>
          </a:xfrm>
        </p:spPr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CEA026E5-95C0-CC57-FE0C-698A9CFD3D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3599662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9125018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4 x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732000" y="591750"/>
            <a:ext cx="1980000" cy="1980000"/>
          </a:xfrm>
          <a:prstGeom prst="rect">
            <a:avLst/>
          </a:prstGeom>
          <a:noFill/>
        </p:spPr>
        <p:txBody>
          <a:bodyPr lIns="0" tIns="216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732000" y="2751750"/>
            <a:ext cx="1980000" cy="1980000"/>
          </a:xfrm>
          <a:prstGeom prst="rect">
            <a:avLst/>
          </a:prstGeom>
          <a:noFill/>
        </p:spPr>
        <p:txBody>
          <a:bodyPr lIns="0" tIns="216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</p:txBody>
      </p:sp>
      <p:sp>
        <p:nvSpPr>
          <p:cNvPr id="16" name="Picture Placeholder 10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4572000" y="591750"/>
            <a:ext cx="1980000" cy="1980000"/>
          </a:xfrm>
          <a:prstGeom prst="rect">
            <a:avLst/>
          </a:prstGeom>
          <a:noFill/>
        </p:spPr>
        <p:txBody>
          <a:bodyPr lIns="0" tIns="216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572000" y="2751750"/>
            <a:ext cx="1980000" cy="1980000"/>
          </a:xfrm>
          <a:prstGeom prst="rect">
            <a:avLst/>
          </a:prstGeom>
          <a:noFill/>
        </p:spPr>
        <p:txBody>
          <a:bodyPr lIns="0" tIns="216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0" y="1851750"/>
            <a:ext cx="3599662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1340996D-B257-09AE-2418-DE69583BE0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3599662" cy="539999"/>
          </a:xfrm>
        </p:spPr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3599662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 </a:t>
            </a:r>
          </a:p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875969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Content &amp; 2 x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0" y="3832137"/>
            <a:ext cx="3960000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8"/>
          </p:nvPr>
        </p:nvSpPr>
        <p:spPr bwMode="gray">
          <a:xfrm>
            <a:off x="4752000" y="3832137"/>
            <a:ext cx="3960000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3E879-7123-598D-6318-50657C25E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31" name="1">
            <a:extLst>
              <a:ext uri="{FF2B5EF4-FFF2-40B4-BE49-F238E27FC236}">
                <a16:creationId xmlns:a16="http://schemas.microsoft.com/office/drawing/2014/main" id="{05942890-71AB-EC54-D757-73C7E14566E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432000" y="1852137"/>
            <a:ext cx="3960000" cy="1800113"/>
          </a:xfrm>
          <a:prstGeom prst="rect">
            <a:avLst/>
          </a:prstGeom>
          <a:noFill/>
        </p:spPr>
        <p:txBody>
          <a:bodyPr lIns="0" tIns="216000" rIns="0" bIns="0" anchor="t">
            <a:noAutofit/>
          </a:bodyPr>
          <a:lstStyle>
            <a:lvl1pPr marL="0" indent="0" algn="ctr">
              <a:buNone/>
              <a:defRPr sz="600" b="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select the placeholder and click paste.</a:t>
            </a:r>
          </a:p>
        </p:txBody>
      </p:sp>
      <p:sp>
        <p:nvSpPr>
          <p:cNvPr id="32" name="2">
            <a:extLst>
              <a:ext uri="{FF2B5EF4-FFF2-40B4-BE49-F238E27FC236}">
                <a16:creationId xmlns:a16="http://schemas.microsoft.com/office/drawing/2014/main" id="{E493CBC4-607F-80FE-FFB9-958CB6A6D27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752000" y="1852137"/>
            <a:ext cx="3960000" cy="1800113"/>
          </a:xfrm>
          <a:prstGeom prst="rect">
            <a:avLst/>
          </a:prstGeom>
          <a:noFill/>
        </p:spPr>
        <p:txBody>
          <a:bodyPr lIns="0" tIns="216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select the placeholder and click paste. 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3048336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Content &amp; 3 x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3"/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6192002" y="1852137"/>
            <a:ext cx="2519999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0" y="3832137"/>
            <a:ext cx="2519999" cy="8996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7" name="2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3312002" y="1852137"/>
            <a:ext cx="2519999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</p:txBody>
      </p:sp>
      <p:sp>
        <p:nvSpPr>
          <p:cNvPr id="20" name="1"/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432000" y="1852137"/>
            <a:ext cx="2519999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8A5267-056D-E49E-3B44-1AD4EDA94E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E93846E-EE53-4D33-715D-0DD6D9B83D9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3312002" y="3832137"/>
            <a:ext cx="2519999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7A12589-AA6C-4A79-37BE-0F10123AF40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6192002" y="3832137"/>
            <a:ext cx="2519999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FF13ADCC-E738-E754-6F7D-4D4AA1BCBE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307352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x Content &amp; 4 x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432000" y="3832137"/>
            <a:ext cx="1800000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8"/>
          </p:nvPr>
        </p:nvSpPr>
        <p:spPr bwMode="gray">
          <a:xfrm>
            <a:off x="2592000" y="3832137"/>
            <a:ext cx="1800000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9"/>
          </p:nvPr>
        </p:nvSpPr>
        <p:spPr bwMode="gray">
          <a:xfrm>
            <a:off x="4752000" y="3832137"/>
            <a:ext cx="1800000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0"/>
          </p:nvPr>
        </p:nvSpPr>
        <p:spPr bwMode="gray">
          <a:xfrm>
            <a:off x="6912000" y="3832137"/>
            <a:ext cx="1800000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2592000" y="1852137"/>
            <a:ext cx="1800000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18" name="Picture Placeholder 10"/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6912000" y="1852137"/>
            <a:ext cx="1800000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select the placeholder and click paste.</a:t>
            </a:r>
          </a:p>
          <a:p>
            <a:endParaRPr lang="en-GB" noProof="0"/>
          </a:p>
          <a:p>
            <a:r>
              <a:rPr lang="en-GB" noProof="0"/>
              <a:t> </a:t>
            </a:r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19" name="Picture Placeholder 10"/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432000" y="1852137"/>
            <a:ext cx="1800000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 b="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4752000" y="1852137"/>
            <a:ext cx="1800000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3E879-7123-598D-6318-50657C25E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noProof="0"/>
              <a:t>Click to add title 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6508516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x Content &amp; 5 x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2052000" y="1852137"/>
            <a:ext cx="1439662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</a:t>
            </a:r>
            <a:br>
              <a:rPr lang="en-GB" noProof="0"/>
            </a:br>
            <a:r>
              <a:rPr lang="en-GB" noProof="0"/>
              <a:t>to the clipboard, 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18" name="Picture Placeholder 10"/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292000" y="1852137"/>
            <a:ext cx="1439662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</a:t>
            </a:r>
            <a:br>
              <a:rPr lang="en-GB" noProof="0"/>
            </a:br>
            <a:r>
              <a:rPr lang="en-GB" noProof="0"/>
              <a:t>to the clipboard, 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19" name="Picture Placeholder 10"/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432000" y="1852137"/>
            <a:ext cx="1439662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</a:t>
            </a:r>
            <a:br>
              <a:rPr lang="en-GB" noProof="0"/>
            </a:br>
            <a:r>
              <a:rPr lang="en-GB" noProof="0"/>
              <a:t>to the clipboard, 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3672412" y="1852137"/>
            <a:ext cx="1439662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 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</a:t>
            </a:r>
            <a:br>
              <a:rPr lang="en-GB" noProof="0"/>
            </a:br>
            <a:r>
              <a:rPr lang="en-GB" noProof="0"/>
              <a:t>to the clipboard, select the placeholder and click paste. </a:t>
            </a:r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  <a:p>
            <a:endParaRPr lang="en-GB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8A5267-056D-E49E-3B44-1AD4EDA94E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 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77BC6419-3D39-E09E-68B2-76AE57D2642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6912000" y="1852137"/>
            <a:ext cx="1439662" cy="1800113"/>
          </a:xfrm>
          <a:prstGeom prst="rect">
            <a:avLst/>
          </a:prstGeom>
          <a:noFill/>
        </p:spPr>
        <p:txBody>
          <a:bodyPr lIns="0" tIns="144000" rIns="0" bIns="0" anchor="t">
            <a:noAutofit/>
          </a:bodyPr>
          <a:lstStyle>
            <a:lvl1pPr marL="0" indent="0" algn="ctr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</a:t>
            </a:r>
            <a:br>
              <a:rPr lang="en-GB" noProof="0"/>
            </a:br>
            <a:r>
              <a:rPr lang="en-GB" noProof="0"/>
              <a:t>to the clipboard, select the placeholder and click paste. </a:t>
            </a:r>
          </a:p>
          <a:p>
            <a:endParaRPr lang="en-GB" noProof="0"/>
          </a:p>
          <a:p>
            <a:br>
              <a:rPr lang="en-GB" noProof="0"/>
            </a:br>
            <a:endParaRPr lang="en-GB" noProof="0"/>
          </a:p>
          <a:p>
            <a:endParaRPr lang="en-GB" noProof="0"/>
          </a:p>
          <a:p>
            <a:endParaRPr lang="en-GB" noProof="0"/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  <a:p>
            <a:r>
              <a:rPr lang="en-GB" noProof="0"/>
              <a:t> 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79F831DC-790E-E6D1-014A-7C592CEB82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32000" y="3832137"/>
            <a:ext cx="1439662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F968F9FF-E840-614F-81AD-CF21FFD2E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2052000" y="3832137"/>
            <a:ext cx="1439662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690F182-051F-9317-7E08-141CB9DD91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3672412" y="3832137"/>
            <a:ext cx="1439662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F7E2192-9F0A-736C-200E-48C56CE729D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5292000" y="3832137"/>
            <a:ext cx="1439662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F7FE7E1-134C-6C1D-37AA-C66047505EF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gray">
          <a:xfrm>
            <a:off x="6912000" y="3832137"/>
            <a:ext cx="1439662" cy="8996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135D5A0C-5ACA-BEB6-3A73-15B1EF63A7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588" y="1131750"/>
            <a:ext cx="630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0825217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Smartpho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CE773C30-5020-F783-DAB1-2CC19FA77D0A}"/>
              </a:ext>
            </a:extLst>
          </p:cNvPr>
          <p:cNvGrpSpPr/>
          <p:nvPr userDrawn="1"/>
        </p:nvGrpSpPr>
        <p:grpSpPr>
          <a:xfrm>
            <a:off x="5072642" y="952500"/>
            <a:ext cx="2118861" cy="3793357"/>
            <a:chOff x="5072642" y="952500"/>
            <a:chExt cx="2118861" cy="3793357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E9C590B-BE81-CC7F-8648-0E0087B36454}"/>
                </a:ext>
              </a:extLst>
            </p:cNvPr>
            <p:cNvSpPr/>
            <p:nvPr userDrawn="1"/>
          </p:nvSpPr>
          <p:spPr bwMode="gray">
            <a:xfrm>
              <a:off x="5299428" y="1093403"/>
              <a:ext cx="1665288" cy="3511550"/>
            </a:xfrm>
            <a:prstGeom prst="roundRect">
              <a:avLst>
                <a:gd name="adj" fmla="val 1329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" name="Grafik 9" descr="Ein Bild, das Text enthält.&#10;&#10;Automatisch generierte Beschreibung">
              <a:extLst>
                <a:ext uri="{FF2B5EF4-FFF2-40B4-BE49-F238E27FC236}">
                  <a16:creationId xmlns:a16="http://schemas.microsoft.com/office/drawing/2014/main" id="{8F8FB315-4832-347A-F4A1-2952344DDD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5072642" y="952500"/>
              <a:ext cx="2118861" cy="3793357"/>
            </a:xfrm>
            <a:prstGeom prst="rect">
              <a:avLst/>
            </a:prstGeom>
          </p:spPr>
        </p:pic>
      </p:grp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2496F7F-B18A-1FDF-0D44-8ABBDD3F1DF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5333733" y="1122675"/>
            <a:ext cx="1601587" cy="3440856"/>
          </a:xfrm>
          <a:custGeom>
            <a:avLst/>
            <a:gdLst>
              <a:gd name="connsiteX0" fmla="*/ 178193 w 1601587"/>
              <a:gd name="connsiteY0" fmla="*/ 0 h 3440856"/>
              <a:gd name="connsiteX1" fmla="*/ 361801 w 1601587"/>
              <a:gd name="connsiteY1" fmla="*/ 0 h 3440856"/>
              <a:gd name="connsiteX2" fmla="*/ 374241 w 1601587"/>
              <a:gd name="connsiteY2" fmla="*/ 4998 h 3440856"/>
              <a:gd name="connsiteX3" fmla="*/ 379801 w 1601587"/>
              <a:gd name="connsiteY3" fmla="*/ 18071 h 3440856"/>
              <a:gd name="connsiteX4" fmla="*/ 379801 w 1601587"/>
              <a:gd name="connsiteY4" fmla="*/ 28985 h 3440856"/>
              <a:gd name="connsiteX5" fmla="*/ 474068 w 1601587"/>
              <a:gd name="connsiteY5" fmla="*/ 120510 h 3440856"/>
              <a:gd name="connsiteX6" fmla="*/ 1128890 w 1601587"/>
              <a:gd name="connsiteY6" fmla="*/ 120510 h 3440856"/>
              <a:gd name="connsiteX7" fmla="*/ 1223156 w 1601587"/>
              <a:gd name="connsiteY7" fmla="*/ 28985 h 3440856"/>
              <a:gd name="connsiteX8" fmla="*/ 1223156 w 1601587"/>
              <a:gd name="connsiteY8" fmla="*/ 18071 h 3440856"/>
              <a:gd name="connsiteX9" fmla="*/ 1228717 w 1601587"/>
              <a:gd name="connsiteY9" fmla="*/ 4998 h 3440856"/>
              <a:gd name="connsiteX10" fmla="*/ 1241156 w 1601587"/>
              <a:gd name="connsiteY10" fmla="*/ 0 h 3440856"/>
              <a:gd name="connsiteX11" fmla="*/ 1423395 w 1601587"/>
              <a:gd name="connsiteY11" fmla="*/ 0 h 3440856"/>
              <a:gd name="connsiteX12" fmla="*/ 1601587 w 1601587"/>
              <a:gd name="connsiteY12" fmla="*/ 178194 h 3440856"/>
              <a:gd name="connsiteX13" fmla="*/ 1601587 w 1601587"/>
              <a:gd name="connsiteY13" fmla="*/ 3262664 h 3440856"/>
              <a:gd name="connsiteX14" fmla="*/ 1423395 w 1601587"/>
              <a:gd name="connsiteY14" fmla="*/ 3440856 h 3440856"/>
              <a:gd name="connsiteX15" fmla="*/ 178193 w 1601587"/>
              <a:gd name="connsiteY15" fmla="*/ 3440856 h 3440856"/>
              <a:gd name="connsiteX16" fmla="*/ 0 w 1601587"/>
              <a:gd name="connsiteY16" fmla="*/ 3262664 h 3440856"/>
              <a:gd name="connsiteX17" fmla="*/ 0 w 1601587"/>
              <a:gd name="connsiteY17" fmla="*/ 178194 h 3440856"/>
              <a:gd name="connsiteX18" fmla="*/ 178193 w 1601587"/>
              <a:gd name="connsiteY18" fmla="*/ 0 h 3440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601587" h="3440856">
                <a:moveTo>
                  <a:pt x="178193" y="0"/>
                </a:moveTo>
                <a:lnTo>
                  <a:pt x="361801" y="0"/>
                </a:lnTo>
                <a:lnTo>
                  <a:pt x="374241" y="4998"/>
                </a:lnTo>
                <a:cubicBezTo>
                  <a:pt x="377678" y="8338"/>
                  <a:pt x="379801" y="12957"/>
                  <a:pt x="379801" y="18071"/>
                </a:cubicBezTo>
                <a:lnTo>
                  <a:pt x="379801" y="28985"/>
                </a:lnTo>
                <a:cubicBezTo>
                  <a:pt x="379801" y="79517"/>
                  <a:pt x="422071" y="120510"/>
                  <a:pt x="474068" y="120510"/>
                </a:cubicBezTo>
                <a:lnTo>
                  <a:pt x="1128890" y="120510"/>
                </a:lnTo>
                <a:cubicBezTo>
                  <a:pt x="1180887" y="120510"/>
                  <a:pt x="1223156" y="79517"/>
                  <a:pt x="1223156" y="28985"/>
                </a:cubicBezTo>
                <a:lnTo>
                  <a:pt x="1223156" y="18071"/>
                </a:lnTo>
                <a:cubicBezTo>
                  <a:pt x="1223156" y="12957"/>
                  <a:pt x="1225279" y="8338"/>
                  <a:pt x="1228717" y="4998"/>
                </a:cubicBezTo>
                <a:lnTo>
                  <a:pt x="1241156" y="0"/>
                </a:lnTo>
                <a:lnTo>
                  <a:pt x="1423395" y="0"/>
                </a:lnTo>
                <a:cubicBezTo>
                  <a:pt x="1521808" y="0"/>
                  <a:pt x="1601587" y="79780"/>
                  <a:pt x="1601587" y="178194"/>
                </a:cubicBezTo>
                <a:lnTo>
                  <a:pt x="1601587" y="3262664"/>
                </a:lnTo>
                <a:cubicBezTo>
                  <a:pt x="1601587" y="3361077"/>
                  <a:pt x="1521808" y="3440856"/>
                  <a:pt x="1423395" y="3440856"/>
                </a:cubicBezTo>
                <a:lnTo>
                  <a:pt x="178193" y="3440856"/>
                </a:lnTo>
                <a:cubicBezTo>
                  <a:pt x="79780" y="3440856"/>
                  <a:pt x="0" y="3361077"/>
                  <a:pt x="0" y="3262664"/>
                </a:cubicBezTo>
                <a:lnTo>
                  <a:pt x="0" y="178194"/>
                </a:lnTo>
                <a:cubicBezTo>
                  <a:pt x="0" y="79780"/>
                  <a:pt x="79780" y="0"/>
                  <a:pt x="178193" y="0"/>
                </a:cubicBezTo>
                <a:close/>
              </a:path>
            </a:pathLst>
          </a:custGeom>
          <a:noFill/>
        </p:spPr>
        <p:txBody>
          <a:bodyPr wrap="square" lIns="0" tIns="1980000" rIns="0" bIns="0" anchor="t">
            <a:no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</a:t>
            </a:r>
            <a:br>
              <a:rPr lang="en-GB" noProof="0"/>
            </a:br>
            <a:r>
              <a:rPr lang="en-GB" noProof="0"/>
              <a:t>to the clipboard, select the placeholder and click paste.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F23A919-C26F-E063-C784-F2DAEAF955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0" y="0"/>
            <a:ext cx="3132000" cy="5143500"/>
          </a:xfrm>
          <a:solidFill>
            <a:schemeClr val="bg1"/>
          </a:solidFill>
        </p:spPr>
        <p:txBody>
          <a:bodyPr lIns="432000" tIns="1854000" rIns="180000" bIns="180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rgbClr val="2793C9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buAutoNum type="arabicPeriod"/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rgbClr val="2793C9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4" name="Title 14">
            <a:extLst>
              <a:ext uri="{FF2B5EF4-FFF2-40B4-BE49-F238E27FC236}">
                <a16:creationId xmlns:a16="http://schemas.microsoft.com/office/drawing/2014/main" id="{B49B11CE-1628-5E6B-F641-1602FFF1C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2339771" cy="539999"/>
          </a:xfrm>
        </p:spPr>
        <p:txBody>
          <a:bodyPr lIns="0" tIns="0" r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25" name="Date Placeholder 9">
            <a:extLst>
              <a:ext uri="{FF2B5EF4-FFF2-40B4-BE49-F238E27FC236}">
                <a16:creationId xmlns:a16="http://schemas.microsoft.com/office/drawing/2014/main" id="{15BB2876-76A0-1E3C-4658-1E682135CA72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684149" y="231750"/>
            <a:ext cx="468000" cy="180000"/>
          </a:xfrm>
        </p:spPr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26" name="Footer Placeholder 10">
            <a:extLst>
              <a:ext uri="{FF2B5EF4-FFF2-40B4-BE49-F238E27FC236}">
                <a16:creationId xmlns:a16="http://schemas.microsoft.com/office/drawing/2014/main" id="{1DBED57E-DBB6-9928-01F5-2D72E63B81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1152149" y="231750"/>
            <a:ext cx="900489" cy="180000"/>
          </a:xfrm>
        </p:spPr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27" name="Slide Number Placeholder 11">
            <a:extLst>
              <a:ext uri="{FF2B5EF4-FFF2-40B4-BE49-F238E27FC236}">
                <a16:creationId xmlns:a16="http://schemas.microsoft.com/office/drawing/2014/main" id="{F93DD469-B2A5-E1B7-E988-0555481D4D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432000" y="231750"/>
            <a:ext cx="252149" cy="180000"/>
          </a:xfrm>
        </p:spPr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AE8B1D34-FA01-3B20-A167-F3DAFBCD23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2339771" cy="180000"/>
          </a:xfrm>
        </p:spPr>
        <p:txBody>
          <a:bodyPr lIns="0" r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3666300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Tabl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E9C590B-BE81-CC7F-8648-0E0087B36454}"/>
              </a:ext>
            </a:extLst>
          </p:cNvPr>
          <p:cNvSpPr/>
          <p:nvPr userDrawn="1"/>
        </p:nvSpPr>
        <p:spPr bwMode="gray">
          <a:xfrm>
            <a:off x="4130040" y="1386840"/>
            <a:ext cx="4472940" cy="3276600"/>
          </a:xfrm>
          <a:prstGeom prst="roundRect">
            <a:avLst>
              <a:gd name="adj" fmla="val 4918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EA557D-3A99-67E6-DFB1-A4FDC36B73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gray">
          <a:xfrm>
            <a:off x="3759199" y="1059104"/>
            <a:ext cx="5165681" cy="3885771"/>
          </a:xfrm>
          <a:prstGeom prst="rect">
            <a:avLst/>
          </a:prstGeom>
          <a:effectLst/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429148D-2CB5-CA04-2CF1-BA404C03F71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4201744" y="1466851"/>
            <a:ext cx="4340774" cy="3096407"/>
          </a:xfrm>
          <a:custGeom>
            <a:avLst/>
            <a:gdLst>
              <a:gd name="connsiteX0" fmla="*/ 67518 w 4340774"/>
              <a:gd name="connsiteY0" fmla="*/ 0 h 3096407"/>
              <a:gd name="connsiteX1" fmla="*/ 4273256 w 4340774"/>
              <a:gd name="connsiteY1" fmla="*/ 0 h 3096407"/>
              <a:gd name="connsiteX2" fmla="*/ 4340774 w 4340774"/>
              <a:gd name="connsiteY2" fmla="*/ 67656 h 3096407"/>
              <a:gd name="connsiteX3" fmla="*/ 4340774 w 4340774"/>
              <a:gd name="connsiteY3" fmla="*/ 3028751 h 3096407"/>
              <a:gd name="connsiteX4" fmla="*/ 4273256 w 4340774"/>
              <a:gd name="connsiteY4" fmla="*/ 3096407 h 3096407"/>
              <a:gd name="connsiteX5" fmla="*/ 67518 w 4340774"/>
              <a:gd name="connsiteY5" fmla="*/ 3096407 h 3096407"/>
              <a:gd name="connsiteX6" fmla="*/ 0 w 4340774"/>
              <a:gd name="connsiteY6" fmla="*/ 3028751 h 3096407"/>
              <a:gd name="connsiteX7" fmla="*/ 0 w 4340774"/>
              <a:gd name="connsiteY7" fmla="*/ 67656 h 3096407"/>
              <a:gd name="connsiteX8" fmla="*/ 67518 w 4340774"/>
              <a:gd name="connsiteY8" fmla="*/ 0 h 3096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0774" h="3096407">
                <a:moveTo>
                  <a:pt x="67518" y="0"/>
                </a:moveTo>
                <a:lnTo>
                  <a:pt x="4273256" y="0"/>
                </a:lnTo>
                <a:cubicBezTo>
                  <a:pt x="4310546" y="0"/>
                  <a:pt x="4340774" y="30290"/>
                  <a:pt x="4340774" y="67656"/>
                </a:cubicBezTo>
                <a:lnTo>
                  <a:pt x="4340774" y="3028751"/>
                </a:lnTo>
                <a:cubicBezTo>
                  <a:pt x="4340774" y="3066117"/>
                  <a:pt x="4310546" y="3096407"/>
                  <a:pt x="4273256" y="3096407"/>
                </a:cubicBezTo>
                <a:lnTo>
                  <a:pt x="67518" y="3096407"/>
                </a:lnTo>
                <a:cubicBezTo>
                  <a:pt x="30229" y="3096407"/>
                  <a:pt x="0" y="3066117"/>
                  <a:pt x="0" y="3028751"/>
                </a:cubicBezTo>
                <a:lnTo>
                  <a:pt x="0" y="67656"/>
                </a:lnTo>
                <a:cubicBezTo>
                  <a:pt x="0" y="30290"/>
                  <a:pt x="30229" y="0"/>
                  <a:pt x="67518" y="0"/>
                </a:cubicBezTo>
                <a:close/>
              </a:path>
            </a:pathLst>
          </a:custGeom>
          <a:noFill/>
        </p:spPr>
        <p:txBody>
          <a:bodyPr wrap="square" lIns="0" tIns="1980000" rIns="0" bIns="0" anchor="t">
            <a:no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</a:t>
            </a:r>
            <a:br>
              <a:rPr lang="en-GB" noProof="0"/>
            </a:br>
            <a:r>
              <a:rPr lang="en-GB" noProof="0"/>
              <a:t>to the clipboard, select the placeholder and click paste.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7D7421-A439-BEB8-FC29-C65CBFED23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0" y="1851750"/>
            <a:ext cx="2340000" cy="2700000"/>
          </a:xfr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74B51991-7A71-F1C3-E075-F9B62E869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275"/>
            <a:ext cx="2340000" cy="539999"/>
          </a:xfrm>
        </p:spPr>
        <p:txBody>
          <a:bodyPr/>
          <a:lstStyle/>
          <a:p>
            <a:r>
              <a:rPr lang="en-GB" noProof="0"/>
              <a:t>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17D4A6C-C812-6ACE-1D52-13D6A0BDB441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>
          <a:xfrm>
            <a:off x="684149" y="231750"/>
            <a:ext cx="468000" cy="180000"/>
          </a:xfrm>
        </p:spPr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11" name="Footer Placeholder 12">
            <a:extLst>
              <a:ext uri="{FF2B5EF4-FFF2-40B4-BE49-F238E27FC236}">
                <a16:creationId xmlns:a16="http://schemas.microsoft.com/office/drawing/2014/main" id="{BBE35570-97DD-27EA-70A9-5DF09BECD60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>
          <a:xfrm>
            <a:off x="1152149" y="231750"/>
            <a:ext cx="900489" cy="180000"/>
          </a:xfrm>
        </p:spPr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2" name="Slide Number Placeholder 15">
            <a:extLst>
              <a:ext uri="{FF2B5EF4-FFF2-40B4-BE49-F238E27FC236}">
                <a16:creationId xmlns:a16="http://schemas.microsoft.com/office/drawing/2014/main" id="{06829727-6F4D-7623-45F5-1E14A957A63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>
          <a:xfrm>
            <a:off x="432000" y="231750"/>
            <a:ext cx="252149" cy="180000"/>
          </a:xfrm>
        </p:spPr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FC30A9A6-2842-55A1-7F4D-6C15C12C08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275"/>
            <a:ext cx="234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859679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Noteboo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16A02EA-D075-8B32-3FF2-81C23F7AFFD6}"/>
              </a:ext>
            </a:extLst>
          </p:cNvPr>
          <p:cNvGrpSpPr/>
          <p:nvPr userDrawn="1"/>
        </p:nvGrpSpPr>
        <p:grpSpPr>
          <a:xfrm>
            <a:off x="3438798" y="1485900"/>
            <a:ext cx="5940337" cy="3541077"/>
            <a:chOff x="3438798" y="1485900"/>
            <a:chExt cx="5940337" cy="3541077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E9C590B-BE81-CC7F-8648-0E0087B36454}"/>
                </a:ext>
              </a:extLst>
            </p:cNvPr>
            <p:cNvSpPr/>
            <p:nvPr userDrawn="1"/>
          </p:nvSpPr>
          <p:spPr bwMode="gray">
            <a:xfrm>
              <a:off x="4130040" y="1737360"/>
              <a:ext cx="4472940" cy="287274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" name="Grafik 6" descr="Ein Bild, das Text, Im Haus, Screenshot, Nachthimmel enthält.&#10;&#10;Automatisch generierte Beschreibung">
              <a:extLst>
                <a:ext uri="{FF2B5EF4-FFF2-40B4-BE49-F238E27FC236}">
                  <a16:creationId xmlns:a16="http://schemas.microsoft.com/office/drawing/2014/main" id="{4188D1CF-E5E4-46C1-71A5-A4E072F89FB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gray">
            <a:xfrm>
              <a:off x="3438798" y="1485900"/>
              <a:ext cx="5940337" cy="3541077"/>
            </a:xfrm>
            <a:prstGeom prst="rect">
              <a:avLst/>
            </a:prstGeom>
          </p:spPr>
        </p:pic>
      </p:grp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51C4BE-92D1-8301-ACE4-596D83DBF2F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4211433" y="1853424"/>
            <a:ext cx="4324671" cy="2702308"/>
          </a:xfrm>
          <a:custGeom>
            <a:avLst/>
            <a:gdLst>
              <a:gd name="connsiteX0" fmla="*/ 0 w 4324671"/>
              <a:gd name="connsiteY0" fmla="*/ 0 h 2702308"/>
              <a:gd name="connsiteX1" fmla="*/ 4324671 w 4324671"/>
              <a:gd name="connsiteY1" fmla="*/ 0 h 2702308"/>
              <a:gd name="connsiteX2" fmla="*/ 4324671 w 4324671"/>
              <a:gd name="connsiteY2" fmla="*/ 2702308 h 2702308"/>
              <a:gd name="connsiteX3" fmla="*/ 0 w 4324671"/>
              <a:gd name="connsiteY3" fmla="*/ 2702308 h 27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4671" h="2702308">
                <a:moveTo>
                  <a:pt x="0" y="0"/>
                </a:moveTo>
                <a:lnTo>
                  <a:pt x="4324671" y="0"/>
                </a:lnTo>
                <a:lnTo>
                  <a:pt x="4324671" y="2702308"/>
                </a:lnTo>
                <a:lnTo>
                  <a:pt x="0" y="2702308"/>
                </a:lnTo>
                <a:close/>
              </a:path>
            </a:pathLst>
          </a:custGeom>
          <a:noFill/>
        </p:spPr>
        <p:txBody>
          <a:bodyPr wrap="square" lIns="0" tIns="1620000" rIns="0" bIns="0" anchor="t">
            <a:no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</a:t>
            </a:r>
            <a:br>
              <a:rPr lang="en-GB" noProof="0"/>
            </a:br>
            <a:r>
              <a:rPr lang="en-GB" noProof="0"/>
              <a:t>to the clipboard, select the placeholder and click paste.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7D7421-A439-BEB8-FC29-C65CBFED23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0" y="1851750"/>
            <a:ext cx="2340000" cy="2700000"/>
          </a:xfr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74B51991-7A71-F1C3-E075-F9B62E869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275"/>
            <a:ext cx="2340000" cy="539999"/>
          </a:xfrm>
        </p:spPr>
        <p:txBody>
          <a:bodyPr/>
          <a:lstStyle/>
          <a:p>
            <a:r>
              <a:rPr lang="en-GB" noProof="0"/>
              <a:t>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17D4A6C-C812-6ACE-1D52-13D6A0BDB441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>
          <a:xfrm>
            <a:off x="684149" y="231750"/>
            <a:ext cx="468000" cy="180000"/>
          </a:xfrm>
        </p:spPr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11" name="Footer Placeholder 12">
            <a:extLst>
              <a:ext uri="{FF2B5EF4-FFF2-40B4-BE49-F238E27FC236}">
                <a16:creationId xmlns:a16="http://schemas.microsoft.com/office/drawing/2014/main" id="{BBE35570-97DD-27EA-70A9-5DF09BECD60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>
          <a:xfrm>
            <a:off x="1152149" y="231750"/>
            <a:ext cx="900489" cy="180000"/>
          </a:xfrm>
        </p:spPr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2" name="Slide Number Placeholder 15">
            <a:extLst>
              <a:ext uri="{FF2B5EF4-FFF2-40B4-BE49-F238E27FC236}">
                <a16:creationId xmlns:a16="http://schemas.microsoft.com/office/drawing/2014/main" id="{06829727-6F4D-7623-45F5-1E14A957A63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>
          <a:xfrm>
            <a:off x="432000" y="231750"/>
            <a:ext cx="252149" cy="180000"/>
          </a:xfrm>
        </p:spPr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FC30A9A6-2842-55A1-7F4D-6C15C12C08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275"/>
            <a:ext cx="234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2559669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Video Smartpho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CE773C30-5020-F783-DAB1-2CC19FA77D0A}"/>
              </a:ext>
            </a:extLst>
          </p:cNvPr>
          <p:cNvGrpSpPr/>
          <p:nvPr userDrawn="1"/>
        </p:nvGrpSpPr>
        <p:grpSpPr>
          <a:xfrm>
            <a:off x="5072642" y="952500"/>
            <a:ext cx="2118861" cy="3793357"/>
            <a:chOff x="5072642" y="952500"/>
            <a:chExt cx="2118861" cy="3793357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E9C590B-BE81-CC7F-8648-0E0087B36454}"/>
                </a:ext>
              </a:extLst>
            </p:cNvPr>
            <p:cNvSpPr/>
            <p:nvPr userDrawn="1"/>
          </p:nvSpPr>
          <p:spPr bwMode="gray">
            <a:xfrm>
              <a:off x="5299428" y="1093403"/>
              <a:ext cx="1665288" cy="3511550"/>
            </a:xfrm>
            <a:prstGeom prst="roundRect">
              <a:avLst>
                <a:gd name="adj" fmla="val 1329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" name="Grafik 9" descr="Ein Bild, das Text enthält.&#10;&#10;Automatisch generierte Beschreibung">
              <a:extLst>
                <a:ext uri="{FF2B5EF4-FFF2-40B4-BE49-F238E27FC236}">
                  <a16:creationId xmlns:a16="http://schemas.microsoft.com/office/drawing/2014/main" id="{8F8FB315-4832-347A-F4A1-2952344DDD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5072642" y="952500"/>
              <a:ext cx="2118861" cy="3793357"/>
            </a:xfrm>
            <a:prstGeom prst="rect">
              <a:avLst/>
            </a:prstGeom>
          </p:spPr>
        </p:pic>
      </p:grpSp>
      <p:sp>
        <p:nvSpPr>
          <p:cNvPr id="22" name="Media Placeholder 21">
            <a:extLst>
              <a:ext uri="{FF2B5EF4-FFF2-40B4-BE49-F238E27FC236}">
                <a16:creationId xmlns:a16="http://schemas.microsoft.com/office/drawing/2014/main" id="{0BC38208-45FA-3A9C-42A1-C574F48CFCFD}"/>
              </a:ext>
            </a:extLst>
          </p:cNvPr>
          <p:cNvSpPr>
            <a:spLocks noGrp="1" noChangeAspect="1"/>
          </p:cNvSpPr>
          <p:nvPr>
            <p:ph type="media" sz="quarter" idx="22" hasCustomPrompt="1"/>
          </p:nvPr>
        </p:nvSpPr>
        <p:spPr bwMode="gray">
          <a:xfrm>
            <a:off x="5325422" y="1406582"/>
            <a:ext cx="1613300" cy="2875187"/>
          </a:xfrm>
          <a:prstGeom prst="rect">
            <a:avLst/>
          </a:prstGeom>
        </p:spPr>
        <p:txBody>
          <a:bodyPr wrap="square" tIns="1980000">
            <a:noAutofit/>
          </a:bodyPr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a video by clicking on the icon. 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F23A919-C26F-E063-C784-F2DAEAF955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0" y="0"/>
            <a:ext cx="3132000" cy="5143500"/>
          </a:xfrm>
          <a:solidFill>
            <a:schemeClr val="bg1"/>
          </a:solidFill>
        </p:spPr>
        <p:txBody>
          <a:bodyPr lIns="432000" tIns="1854000" rIns="180000" bIns="180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rgbClr val="2793C9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buAutoNum type="arabicPeriod"/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rgbClr val="2793C9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4" name="Title 14">
            <a:extLst>
              <a:ext uri="{FF2B5EF4-FFF2-40B4-BE49-F238E27FC236}">
                <a16:creationId xmlns:a16="http://schemas.microsoft.com/office/drawing/2014/main" id="{B49B11CE-1628-5E6B-F641-1602FFF1C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2339771" cy="539999"/>
          </a:xfrm>
        </p:spPr>
        <p:txBody>
          <a:bodyPr lIns="0" tIns="0" r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25" name="Date Placeholder 9">
            <a:extLst>
              <a:ext uri="{FF2B5EF4-FFF2-40B4-BE49-F238E27FC236}">
                <a16:creationId xmlns:a16="http://schemas.microsoft.com/office/drawing/2014/main" id="{15BB2876-76A0-1E3C-4658-1E682135CA72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684149" y="231750"/>
            <a:ext cx="468000" cy="180000"/>
          </a:xfrm>
        </p:spPr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26" name="Footer Placeholder 10">
            <a:extLst>
              <a:ext uri="{FF2B5EF4-FFF2-40B4-BE49-F238E27FC236}">
                <a16:creationId xmlns:a16="http://schemas.microsoft.com/office/drawing/2014/main" id="{1DBED57E-DBB6-9928-01F5-2D72E63B81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1152149" y="231750"/>
            <a:ext cx="900489" cy="180000"/>
          </a:xfrm>
        </p:spPr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27" name="Slide Number Placeholder 11">
            <a:extLst>
              <a:ext uri="{FF2B5EF4-FFF2-40B4-BE49-F238E27FC236}">
                <a16:creationId xmlns:a16="http://schemas.microsoft.com/office/drawing/2014/main" id="{F93DD469-B2A5-E1B7-E988-0555481D4D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432000" y="231750"/>
            <a:ext cx="252149" cy="180000"/>
          </a:xfrm>
        </p:spPr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AE8B1D34-FA01-3B20-A167-F3DAFBCD23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2339771" cy="180000"/>
          </a:xfrm>
        </p:spPr>
        <p:txBody>
          <a:bodyPr lIns="0" r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2440750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Video Noteboo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35030A3-364D-6F1E-6199-B2B7F4FCE082}"/>
              </a:ext>
            </a:extLst>
          </p:cNvPr>
          <p:cNvGrpSpPr/>
          <p:nvPr userDrawn="1"/>
        </p:nvGrpSpPr>
        <p:grpSpPr>
          <a:xfrm>
            <a:off x="3438798" y="1485900"/>
            <a:ext cx="5940337" cy="3541077"/>
            <a:chOff x="3438798" y="1485900"/>
            <a:chExt cx="5940337" cy="3541077"/>
          </a:xfrm>
        </p:grpSpPr>
        <p:pic>
          <p:nvPicPr>
            <p:cNvPr id="2" name="Grafik 6" descr="Ein Bild, das Text, Im Haus, Screenshot, Nachthimmel enthält.&#10;&#10;Automatisch generierte Beschreibung">
              <a:extLst>
                <a:ext uri="{FF2B5EF4-FFF2-40B4-BE49-F238E27FC236}">
                  <a16:creationId xmlns:a16="http://schemas.microsoft.com/office/drawing/2014/main" id="{BC882F22-69AD-49D1-595F-D4C2CB54AAC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gray">
            <a:xfrm>
              <a:off x="3438798" y="1485900"/>
              <a:ext cx="5940337" cy="3541077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90FAAC2-ACE4-2BD2-8390-A75E3E0FC4C7}"/>
                </a:ext>
              </a:extLst>
            </p:cNvPr>
            <p:cNvSpPr/>
            <p:nvPr userDrawn="1"/>
          </p:nvSpPr>
          <p:spPr bwMode="gray">
            <a:xfrm>
              <a:off x="4089992" y="1779181"/>
              <a:ext cx="4550734" cy="28424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B47822A5-0AA4-C06F-A39A-0AE242B2F34B}"/>
              </a:ext>
            </a:extLst>
          </p:cNvPr>
          <p:cNvSpPr>
            <a:spLocks noGrp="1"/>
          </p:cNvSpPr>
          <p:nvPr>
            <p:ph type="media" sz="quarter" idx="21" hasCustomPrompt="1"/>
          </p:nvPr>
        </p:nvSpPr>
        <p:spPr bwMode="gray">
          <a:xfrm>
            <a:off x="4211432" y="1853424"/>
            <a:ext cx="4324671" cy="2702308"/>
          </a:xfrm>
        </p:spPr>
        <p:txBody>
          <a:bodyPr tIns="1620000"/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Insert a video by clicking on the icon. 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0" y="1851750"/>
            <a:ext cx="2340000" cy="2700000"/>
          </a:xfr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C602BC-3455-58E7-8D50-6BA1DF4116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2340000" cy="539999"/>
          </a:xfrm>
        </p:spPr>
        <p:txBody>
          <a:bodyPr/>
          <a:lstStyle/>
          <a:p>
            <a:r>
              <a:rPr lang="en-GB" noProof="0"/>
              <a:t>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D03A7D-5558-223D-3BB7-2DE1D2647434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A9D06A1-D455-8828-FE51-53CF23B4CBC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1BE75C5-636C-235F-20D8-92A942B5741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2340000" cy="18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119117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2">
            <a:extLst>
              <a:ext uri="{FF2B5EF4-FFF2-40B4-BE49-F238E27FC236}">
                <a16:creationId xmlns:a16="http://schemas.microsoft.com/office/drawing/2014/main" id="{560DAF77-C570-863F-3745-E9167BD57EA3}"/>
              </a:ext>
            </a:extLst>
          </p:cNvPr>
          <p:cNvSpPr/>
          <p:nvPr userDrawn="1"/>
        </p:nvSpPr>
        <p:spPr bwMode="gray">
          <a:xfrm>
            <a:off x="8172450" y="-1"/>
            <a:ext cx="792000" cy="33972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62880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2575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8863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51519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14398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177278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40157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03037" algn="l" defTabSz="725759" rtl="0" eaLnBrk="1" latinLnBrk="0" hangingPunct="1">
              <a:defRPr sz="1429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400" cap="all" noProof="0">
              <a:solidFill>
                <a:schemeClr val="accent1"/>
              </a:solidFill>
              <a:latin typeface="Arial" panose="020B0604020202020204" pitchFamily="34" charset="0"/>
              <a:ea typeface="Open Sans Condensed" panose="020B08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>
          <a:xfrm>
            <a:off x="9152181" y="762"/>
            <a:ext cx="36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de-DE"/>
              <a:t>11/2025</a:t>
            </a:r>
            <a:endParaRPr lang="en-GB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>
          <a:xfrm>
            <a:off x="9152181" y="762"/>
            <a:ext cx="36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>
          <a:xfrm>
            <a:off x="9152181" y="762"/>
            <a:ext cx="36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68A3F4E2-5ECA-D70B-2652-D0E353007923}"/>
              </a:ext>
            </a:extLst>
          </p:cNvPr>
          <p:cNvSpPr>
            <a:spLocks noGrp="1"/>
          </p:cNvSpPr>
          <p:nvPr>
            <p:ph type="media" sz="quarter" idx="17" hasCustomPrompt="1"/>
          </p:nvPr>
        </p:nvSpPr>
        <p:spPr bwMode="gray">
          <a:xfrm>
            <a:off x="0" y="0"/>
            <a:ext cx="9144000" cy="5143500"/>
          </a:xfrm>
        </p:spPr>
        <p:txBody>
          <a:bodyPr tIns="2916000"/>
          <a:lstStyle>
            <a:lvl1pPr algn="ctr">
              <a:defRPr sz="600"/>
            </a:lvl1pPr>
          </a:lstStyle>
          <a:p>
            <a:r>
              <a:rPr lang="en-GB" noProof="0"/>
              <a:t>Insert a video by clicking on the icon. </a:t>
            </a:r>
          </a:p>
        </p:txBody>
      </p:sp>
    </p:spTree>
    <p:extLst>
      <p:ext uri="{BB962C8B-B14F-4D97-AF65-F5344CB8AC3E}">
        <p14:creationId xmlns:p14="http://schemas.microsoft.com/office/powerpoint/2010/main" val="32211738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4F54E61A-05CC-46D9-BDBB-DF76F7D6EA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lIns="4032000" tIns="1476000" rIns="0" bIns="0" anchor="t">
            <a:noAutofit/>
          </a:bodyPr>
          <a:lstStyle>
            <a:lvl1pPr marL="0" indent="0" algn="l">
              <a:buNone/>
              <a:defRPr sz="600"/>
            </a:lvl1pPr>
          </a:lstStyle>
          <a:p>
            <a:r>
              <a:rPr lang="en-GB" noProof="0"/>
              <a:t>Insert a picture by clicking on the icon. </a:t>
            </a:r>
            <a:br>
              <a:rPr lang="en-GB" noProof="0"/>
            </a:br>
            <a:br>
              <a:rPr lang="en-GB" noProof="0"/>
            </a:br>
            <a:r>
              <a:rPr lang="en-GB" noProof="0"/>
              <a:t>Alternatively, you can copy an image to the clipboard, </a:t>
            </a:r>
            <a:br>
              <a:rPr lang="en-GB" noProof="0"/>
            </a:br>
            <a:r>
              <a:rPr lang="en-GB" noProof="0"/>
              <a:t>select the placeholder and click paste. </a:t>
            </a:r>
            <a:br>
              <a:rPr lang="en-GB" noProof="0"/>
            </a:br>
            <a:endParaRPr lang="en-GB" noProof="0"/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 bwMode="gray">
          <a:xfrm>
            <a:off x="432001" y="2032000"/>
            <a:ext cx="3239888" cy="2879750"/>
          </a:xfrm>
          <a:solidFill>
            <a:schemeClr val="bg1"/>
          </a:solidFill>
        </p:spPr>
        <p:txBody>
          <a:bodyPr lIns="360000" tIns="180000" rIns="180000" bIns="1080000" anchor="b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add title 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/>
          </p:nvPr>
        </p:nvSpPr>
        <p:spPr bwMode="gray">
          <a:xfrm>
            <a:off x="792000" y="4011750"/>
            <a:ext cx="2520000" cy="53961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0597557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Blanc // Product design 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0" y="0"/>
            <a:ext cx="3132000" cy="5143500"/>
          </a:xfrm>
          <a:solidFill>
            <a:schemeClr val="bg1"/>
          </a:solidFill>
        </p:spPr>
        <p:txBody>
          <a:bodyPr lIns="432000" tIns="1854000" rIns="180000" bIns="180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rgbClr val="2793C9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buAutoNum type="arabicPeriod"/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rgbClr val="2793C9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 bwMode="gray">
          <a:xfrm>
            <a:off x="432588" y="591750"/>
            <a:ext cx="2339771" cy="539999"/>
          </a:xfrm>
        </p:spPr>
        <p:txBody>
          <a:bodyPr lIns="0" tIns="0" r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6" name="TextBox 15"/>
          <p:cNvSpPr txBox="1"/>
          <p:nvPr userDrawn="1"/>
        </p:nvSpPr>
        <p:spPr bwMode="gray">
          <a:xfrm>
            <a:off x="9177900" y="0"/>
            <a:ext cx="36000" cy="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/>
            <a:r>
              <a:rPr lang="en-GB" sz="100" noProof="0">
                <a:solidFill>
                  <a:schemeClr val="tx1">
                    <a:alpha val="0"/>
                  </a:schemeClr>
                </a:solidFill>
              </a:rPr>
              <a:t> 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 bwMode="gray">
          <a:xfrm>
            <a:off x="1152149" y="231750"/>
            <a:ext cx="900489" cy="180000"/>
          </a:xfrm>
        </p:spPr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004" y="1131750"/>
            <a:ext cx="2339771" cy="180000"/>
          </a:xfrm>
        </p:spPr>
        <p:txBody>
          <a:bodyPr lIns="0" r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2793C9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793C9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793C9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i="0">
                <a:solidFill>
                  <a:srgbClr val="2793C9"/>
                </a:solidFill>
              </a:defRPr>
            </a:lvl9pPr>
          </a:lstStyle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3988888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>
          <a:xfrm>
            <a:off x="9151709" y="0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 noProof="1"/>
              <a:t>11/2025</a:t>
            </a:r>
            <a:endParaRPr lang="en-GB" noProof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>
          <a:xfrm>
            <a:off x="9151709" y="0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WE CARE ... not yet enough!</a:t>
            </a:r>
            <a:endParaRPr lang="en-GB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>
          <a:xfrm>
            <a:off x="9151709" y="0"/>
            <a:ext cx="36000" cy="3600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A0998A37-7DA0-4797-BE0F-1407C577BB96}" type="slidenum">
              <a:rPr lang="en-GB" noProof="1" smtClean="0"/>
              <a:pPr/>
              <a:t>‹#›</a:t>
            </a:fld>
            <a:r>
              <a:rPr lang="en-GB" noProof="1"/>
              <a:t> 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05C60264-B08E-456A-B7CF-6A386C2198F6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31800" y="1456419"/>
            <a:ext cx="7740650" cy="2303463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none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eaLnBrk="1" hangingPunct="1">
              <a:lnSpc>
                <a:spcPct val="90000"/>
              </a:lnSpc>
              <a:defRPr sz="3400" cap="all" baseline="0">
                <a:solidFill>
                  <a:schemeClr val="tx1"/>
                </a:solidFill>
                <a:latin typeface="+mj-lt"/>
              </a:defRPr>
            </a:lvl2pPr>
            <a:lvl3pPr eaLnBrk="1" hangingPunct="1">
              <a:lnSpc>
                <a:spcPct val="88000"/>
              </a:lnSpc>
              <a:defRPr sz="4500" cap="all" baseline="0">
                <a:solidFill>
                  <a:schemeClr val="tx1"/>
                </a:solidFill>
                <a:latin typeface="+mj-lt"/>
              </a:defRPr>
            </a:lvl3pPr>
            <a:lvl4pPr eaLnBrk="1" hangingPunct="1">
              <a:lnSpc>
                <a:spcPct val="87000"/>
              </a:lnSpc>
              <a:defRPr sz="5600" cap="all" baseline="0">
                <a:solidFill>
                  <a:schemeClr val="tx1"/>
                </a:solidFill>
                <a:latin typeface="+mj-lt"/>
              </a:defRPr>
            </a:lvl4pPr>
            <a:lvl5pPr eaLnBrk="1" hangingPunct="1">
              <a:lnSpc>
                <a:spcPct val="86000"/>
              </a:lnSpc>
              <a:defRPr sz="6700" cap="all" baseline="0">
                <a:solidFill>
                  <a:schemeClr val="tx1"/>
                </a:solidFill>
                <a:latin typeface="+mj-lt"/>
              </a:defRPr>
            </a:lvl5pPr>
            <a:lvl6pPr eaLnBrk="1" hangingPunct="1">
              <a:lnSpc>
                <a:spcPct val="85000"/>
              </a:lnSpc>
              <a:defRPr sz="7800" cap="all" baseline="0">
                <a:solidFill>
                  <a:schemeClr val="tx1"/>
                </a:solidFill>
                <a:latin typeface="+mj-lt"/>
              </a:defRPr>
            </a:lvl6pPr>
            <a:lvl7pPr eaLnBrk="1" hangingPunct="1">
              <a:lnSpc>
                <a:spcPct val="84000"/>
              </a:lnSpc>
              <a:defRPr sz="8900" cap="all" baseline="0">
                <a:solidFill>
                  <a:schemeClr val="tx1"/>
                </a:solidFill>
                <a:latin typeface="+mj-lt"/>
              </a:defRPr>
            </a:lvl7pPr>
            <a:lvl8pPr eaLnBrk="1" hangingPunct="1">
              <a:lnSpc>
                <a:spcPct val="120000"/>
              </a:lnSpc>
              <a:defRPr sz="1000" cap="all" baseline="0">
                <a:solidFill>
                  <a:schemeClr val="tx1"/>
                </a:solidFill>
                <a:latin typeface="+mj-lt"/>
              </a:defRPr>
            </a:lvl8pPr>
            <a:lvl9pPr eaLnBrk="1" hangingPunct="1">
              <a:lnSpc>
                <a:spcPct val="120000"/>
              </a:lnSpc>
              <a:defRPr sz="1000" cap="all" baseline="0">
                <a:solidFill>
                  <a:schemeClr val="tx1"/>
                </a:solidFill>
                <a:latin typeface="+mj-lt"/>
              </a:defRPr>
            </a:lvl9pPr>
          </a:lstStyle>
          <a:p>
            <a:pPr algn="l"/>
            <a:r>
              <a:rPr lang="en-GB" sz="3800" b="0" noProof="0">
                <a:solidFill>
                  <a:schemeClr val="tx1"/>
                </a:solidFill>
              </a:rPr>
              <a:t>Thank You, </a:t>
            </a:r>
            <a:r>
              <a:rPr lang="en-GB" sz="3800" b="0" noProof="0" err="1">
                <a:solidFill>
                  <a:schemeClr val="tx1"/>
                </a:solidFill>
              </a:rPr>
              <a:t>Vielen</a:t>
            </a:r>
            <a:r>
              <a:rPr lang="en-GB" sz="3800" b="0" noProof="0">
                <a:solidFill>
                  <a:schemeClr val="tx1"/>
                </a:solidFill>
              </a:rPr>
              <a:t> Dank, </a:t>
            </a:r>
          </a:p>
          <a:p>
            <a:pPr algn="l"/>
            <a:r>
              <a:rPr lang="en-GB" sz="3800" b="0" noProof="0">
                <a:solidFill>
                  <a:schemeClr val="tx1"/>
                </a:solidFill>
              </a:rPr>
              <a:t>Merci Beaucoup, </a:t>
            </a:r>
            <a:r>
              <a:rPr lang="en-GB" sz="3800" b="0" noProof="0" err="1">
                <a:solidFill>
                  <a:schemeClr val="tx1"/>
                </a:solidFill>
              </a:rPr>
              <a:t>Muito</a:t>
            </a:r>
            <a:r>
              <a:rPr lang="en-GB" sz="3800" b="0" noProof="0">
                <a:solidFill>
                  <a:schemeClr val="tx1"/>
                </a:solidFill>
              </a:rPr>
              <a:t> </a:t>
            </a:r>
            <a:r>
              <a:rPr lang="en-GB" sz="3800" b="0" noProof="0" err="1">
                <a:solidFill>
                  <a:schemeClr val="tx1"/>
                </a:solidFill>
              </a:rPr>
              <a:t>Obrigado</a:t>
            </a:r>
            <a:r>
              <a:rPr lang="en-GB" sz="3800" b="0" noProof="0">
                <a:solidFill>
                  <a:schemeClr val="tx1"/>
                </a:solidFill>
              </a:rPr>
              <a:t>, </a:t>
            </a:r>
            <a:r>
              <a:rPr lang="en-GB" sz="3800" b="0" noProof="0" err="1">
                <a:solidFill>
                  <a:schemeClr val="tx1"/>
                </a:solidFill>
              </a:rPr>
              <a:t>Muchas</a:t>
            </a:r>
            <a:r>
              <a:rPr lang="en-GB" sz="3800" b="0" noProof="0">
                <a:solidFill>
                  <a:schemeClr val="tx1"/>
                </a:solidFill>
              </a:rPr>
              <a:t> Gracias, </a:t>
            </a:r>
            <a:r>
              <a:rPr lang="en-GB" sz="3800" b="0" noProof="0" err="1">
                <a:solidFill>
                  <a:schemeClr val="tx1"/>
                </a:solidFill>
              </a:rPr>
              <a:t>Grazie</a:t>
            </a:r>
            <a:r>
              <a:rPr lang="en-GB" sz="3800" b="0" noProof="0">
                <a:solidFill>
                  <a:schemeClr val="tx1"/>
                </a:solidFill>
              </a:rPr>
              <a:t> Mille, </a:t>
            </a:r>
            <a:br>
              <a:rPr lang="en-GB" sz="3800" b="0" noProof="0">
                <a:solidFill>
                  <a:schemeClr val="tx1"/>
                </a:solidFill>
              </a:rPr>
            </a:br>
            <a:r>
              <a:rPr lang="ja-JP" altLang="en-GB" sz="3800" b="0" noProof="0">
                <a:solidFill>
                  <a:schemeClr val="tx1"/>
                </a:solidFill>
              </a:rPr>
              <a:t>谢谢</a:t>
            </a:r>
            <a:r>
              <a:rPr lang="en-GB" altLang="ja-JP" sz="3800" b="0" noProof="0">
                <a:solidFill>
                  <a:schemeClr val="tx1"/>
                </a:solidFill>
              </a:rPr>
              <a:t>, </a:t>
            </a:r>
            <a:r>
              <a:rPr lang="en-GB" altLang="ja-JP" sz="3800" b="0" noProof="0" err="1">
                <a:solidFill>
                  <a:schemeClr val="tx1"/>
                </a:solidFill>
              </a:rPr>
              <a:t>Спасибо</a:t>
            </a:r>
            <a:r>
              <a:rPr lang="en-GB" altLang="ja-JP" sz="3800" b="0" noProof="0">
                <a:solidFill>
                  <a:schemeClr val="tx1"/>
                </a:solidFill>
              </a:rPr>
              <a:t>, </a:t>
            </a:r>
            <a:r>
              <a:rPr lang="en-GB" sz="3800" b="0" i="0" kern="1200" cap="none" baseline="0" noProof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Dziękuję</a:t>
            </a:r>
            <a:r>
              <a:rPr lang="en-GB" sz="3800" b="0" i="0" kern="1200" cap="none" baseline="0" noProof="0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</a:t>
            </a:r>
            <a:r>
              <a:rPr lang="en-GB" sz="3800" b="0" i="0" kern="1200" cap="none" baseline="0" noProof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شكرا</a:t>
            </a:r>
            <a:r>
              <a:rPr lang="en-GB" sz="3800" b="0" i="0" kern="1200" cap="none" baseline="0" noProof="0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</a:t>
            </a:r>
            <a:r>
              <a:rPr lang="en-GB" sz="4000" b="0" kern="1200" cap="none" baseline="0" noProof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धन्यवाद</a:t>
            </a:r>
            <a:r>
              <a:rPr lang="en-GB" sz="4000" b="0" kern="1200" cap="none" baseline="0" noProof="0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</a:t>
            </a:r>
            <a:r>
              <a:rPr lang="el-GR" sz="4000" b="0" kern="1200" cap="none" baseline="0" noProof="0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Ευχαριστώ</a:t>
            </a:r>
            <a:r>
              <a:rPr lang="de-DE" sz="4000" b="0" kern="1200" cap="none" baseline="0" noProof="0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</a:t>
            </a:r>
            <a:r>
              <a:rPr lang="de-DE" sz="4000" b="0" kern="1200" cap="none" baseline="0" noProof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Teşekkürler</a:t>
            </a:r>
            <a:endParaRPr lang="en-GB" sz="3800" b="0" i="0" kern="1200" cap="none" baseline="0" noProof="0">
              <a:solidFill>
                <a:schemeClr val="tx1"/>
              </a:solidFill>
              <a:effectLst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66275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32588" y="591750"/>
            <a:ext cx="6300000" cy="5399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32001" y="1851750"/>
            <a:ext cx="6300000" cy="270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Sixth level</a:t>
            </a:r>
          </a:p>
          <a:p>
            <a:pPr lvl="6"/>
            <a:r>
              <a:rPr lang="en-GB" noProof="0"/>
              <a:t>Seventh level</a:t>
            </a:r>
          </a:p>
          <a:p>
            <a:pPr lvl="7"/>
            <a:r>
              <a:rPr lang="en-GB" noProof="0"/>
              <a:t>Eighth level</a:t>
            </a:r>
          </a:p>
          <a:p>
            <a:pPr lvl="8"/>
            <a:r>
              <a:rPr lang="en-GB" noProof="0"/>
              <a:t>Ninth level</a:t>
            </a:r>
          </a:p>
        </p:txBody>
      </p:sp>
      <p:sp>
        <p:nvSpPr>
          <p:cNvPr id="43" name="Date Placeholder 3"/>
          <p:cNvSpPr>
            <a:spLocks noGrp="1"/>
          </p:cNvSpPr>
          <p:nvPr userDrawn="1">
            <p:ph type="dt" sz="half" idx="2"/>
          </p:nvPr>
        </p:nvSpPr>
        <p:spPr bwMode="gray">
          <a:xfrm>
            <a:off x="684149" y="231750"/>
            <a:ext cx="468000" cy="180000"/>
          </a:xfrm>
          <a:prstGeom prst="rect">
            <a:avLst/>
          </a:prstGeom>
        </p:spPr>
        <p:txBody>
          <a:bodyPr wrap="none" lIns="0" tIns="0" rIns="0" bIns="0" anchor="t"/>
          <a:lstStyle>
            <a:lvl1pPr>
              <a:defRPr sz="500" b="0" i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44" name="Footer Placeholder 4"/>
          <p:cNvSpPr>
            <a:spLocks noGrp="1"/>
          </p:cNvSpPr>
          <p:nvPr userDrawn="1">
            <p:ph type="ftr" sz="quarter" idx="3"/>
          </p:nvPr>
        </p:nvSpPr>
        <p:spPr bwMode="gray">
          <a:xfrm>
            <a:off x="1152149" y="231750"/>
            <a:ext cx="900489" cy="180000"/>
          </a:xfrm>
          <a:prstGeom prst="rect">
            <a:avLst/>
          </a:prstGeom>
        </p:spPr>
        <p:txBody>
          <a:bodyPr wrap="none" lIns="0" tIns="0" rIns="0" bIns="0" anchor="t"/>
          <a:lstStyle>
            <a:lvl1pPr algn="l">
              <a:defRPr sz="500"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45" name="Slide Number Placeholder 5"/>
          <p:cNvSpPr>
            <a:spLocks noGrp="1"/>
          </p:cNvSpPr>
          <p:nvPr userDrawn="1">
            <p:ph type="sldNum" sz="quarter" idx="4"/>
          </p:nvPr>
        </p:nvSpPr>
        <p:spPr bwMode="gray">
          <a:xfrm>
            <a:off x="432000" y="231750"/>
            <a:ext cx="252149" cy="180000"/>
          </a:xfrm>
          <a:prstGeom prst="rect">
            <a:avLst/>
          </a:prstGeom>
        </p:spPr>
        <p:txBody>
          <a:bodyPr wrap="none" lIns="0" tIns="0" rIns="0" bIns="0" anchor="t"/>
          <a:lstStyle>
            <a:lvl1pPr algn="l">
              <a:defRPr sz="500" b="0" i="0">
                <a:solidFill>
                  <a:schemeClr val="tx1"/>
                </a:solidFill>
              </a:defRPr>
            </a:lvl1pPr>
          </a:lstStyle>
          <a:p>
            <a:fld id="{A0998A37-7DA0-4797-BE0F-1407C577BB9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3" name="Freeform 14">
            <a:extLst>
              <a:ext uri="{FF2B5EF4-FFF2-40B4-BE49-F238E27FC236}">
                <a16:creationId xmlns:a16="http://schemas.microsoft.com/office/drawing/2014/main" id="{4350C048-0611-439D-A89E-F96847AE4CFB}"/>
              </a:ext>
            </a:extLst>
          </p:cNvPr>
          <p:cNvSpPr>
            <a:spLocks noChangeAspect="1" noEditPoints="1"/>
          </p:cNvSpPr>
          <p:nvPr/>
        </p:nvSpPr>
        <p:spPr bwMode="gray">
          <a:xfrm>
            <a:off x="8352000" y="231750"/>
            <a:ext cx="360000" cy="67315"/>
          </a:xfrm>
          <a:custGeom>
            <a:avLst/>
            <a:gdLst>
              <a:gd name="T0" fmla="*/ 1052 w 1134"/>
              <a:gd name="T1" fmla="*/ 196 h 212"/>
              <a:gd name="T2" fmla="*/ 1092 w 1134"/>
              <a:gd name="T3" fmla="*/ 212 h 212"/>
              <a:gd name="T4" fmla="*/ 1132 w 1134"/>
              <a:gd name="T5" fmla="*/ 181 h 212"/>
              <a:gd name="T6" fmla="*/ 1018 w 1134"/>
              <a:gd name="T7" fmla="*/ 15 h 212"/>
              <a:gd name="T8" fmla="*/ 978 w 1134"/>
              <a:gd name="T9" fmla="*/ 0 h 212"/>
              <a:gd name="T10" fmla="*/ 939 w 1134"/>
              <a:gd name="T11" fmla="*/ 15 h 212"/>
              <a:gd name="T12" fmla="*/ 844 w 1134"/>
              <a:gd name="T13" fmla="*/ 154 h 212"/>
              <a:gd name="T14" fmla="*/ 786 w 1134"/>
              <a:gd name="T15" fmla="*/ 23 h 212"/>
              <a:gd name="T16" fmla="*/ 744 w 1134"/>
              <a:gd name="T17" fmla="*/ 0 h 212"/>
              <a:gd name="T18" fmla="*/ 702 w 1134"/>
              <a:gd name="T19" fmla="*/ 23 h 212"/>
              <a:gd name="T20" fmla="*/ 598 w 1134"/>
              <a:gd name="T21" fmla="*/ 0 h 212"/>
              <a:gd name="T22" fmla="*/ 524 w 1134"/>
              <a:gd name="T23" fmla="*/ 0 h 212"/>
              <a:gd name="T24" fmla="*/ 482 w 1134"/>
              <a:gd name="T25" fmla="*/ 23 h 212"/>
              <a:gd name="T26" fmla="*/ 482 w 1134"/>
              <a:gd name="T27" fmla="*/ 168 h 212"/>
              <a:gd name="T28" fmla="*/ 444 w 1134"/>
              <a:gd name="T29" fmla="*/ 154 h 212"/>
              <a:gd name="T30" fmla="*/ 386 w 1134"/>
              <a:gd name="T31" fmla="*/ 23 h 212"/>
              <a:gd name="T32" fmla="*/ 344 w 1134"/>
              <a:gd name="T33" fmla="*/ 0 h 212"/>
              <a:gd name="T34" fmla="*/ 302 w 1134"/>
              <a:gd name="T35" fmla="*/ 23 h 212"/>
              <a:gd name="T36" fmla="*/ 196 w 1134"/>
              <a:gd name="T37" fmla="*/ 15 h 212"/>
              <a:gd name="T38" fmla="*/ 156 w 1134"/>
              <a:gd name="T39" fmla="*/ 0 h 212"/>
              <a:gd name="T40" fmla="*/ 117 w 1134"/>
              <a:gd name="T41" fmla="*/ 15 h 212"/>
              <a:gd name="T42" fmla="*/ 3 w 1134"/>
              <a:gd name="T43" fmla="*/ 181 h 212"/>
              <a:gd name="T44" fmla="*/ 42 w 1134"/>
              <a:gd name="T45" fmla="*/ 212 h 212"/>
              <a:gd name="T46" fmla="*/ 83 w 1134"/>
              <a:gd name="T47" fmla="*/ 196 h 212"/>
              <a:gd name="T48" fmla="*/ 95 w 1134"/>
              <a:gd name="T49" fmla="*/ 174 h 212"/>
              <a:gd name="T50" fmla="*/ 217 w 1134"/>
              <a:gd name="T51" fmla="*/ 174 h 212"/>
              <a:gd name="T52" fmla="*/ 230 w 1134"/>
              <a:gd name="T53" fmla="*/ 196 h 212"/>
              <a:gd name="T54" fmla="*/ 307 w 1134"/>
              <a:gd name="T55" fmla="*/ 200 h 212"/>
              <a:gd name="T56" fmla="*/ 344 w 1134"/>
              <a:gd name="T57" fmla="*/ 212 h 212"/>
              <a:gd name="T58" fmla="*/ 444 w 1134"/>
              <a:gd name="T59" fmla="*/ 212 h 212"/>
              <a:gd name="T60" fmla="*/ 524 w 1134"/>
              <a:gd name="T61" fmla="*/ 212 h 212"/>
              <a:gd name="T62" fmla="*/ 566 w 1134"/>
              <a:gd name="T63" fmla="*/ 189 h 212"/>
              <a:gd name="T64" fmla="*/ 566 w 1134"/>
              <a:gd name="T65" fmla="*/ 146 h 212"/>
              <a:gd name="T66" fmla="*/ 598 w 1134"/>
              <a:gd name="T67" fmla="*/ 146 h 212"/>
              <a:gd name="T68" fmla="*/ 702 w 1134"/>
              <a:gd name="T69" fmla="*/ 189 h 212"/>
              <a:gd name="T70" fmla="*/ 702 w 1134"/>
              <a:gd name="T71" fmla="*/ 189 h 212"/>
              <a:gd name="T72" fmla="*/ 744 w 1134"/>
              <a:gd name="T73" fmla="*/ 212 h 212"/>
              <a:gd name="T74" fmla="*/ 864 w 1134"/>
              <a:gd name="T75" fmla="*/ 212 h 212"/>
              <a:gd name="T76" fmla="*/ 905 w 1134"/>
              <a:gd name="T77" fmla="*/ 196 h 212"/>
              <a:gd name="T78" fmla="*/ 917 w 1134"/>
              <a:gd name="T79" fmla="*/ 174 h 212"/>
              <a:gd name="T80" fmla="*/ 1039 w 1134"/>
              <a:gd name="T81" fmla="*/ 174 h 212"/>
              <a:gd name="T82" fmla="*/ 188 w 1134"/>
              <a:gd name="T83" fmla="*/ 124 h 212"/>
              <a:gd name="T84" fmla="*/ 156 w 1134"/>
              <a:gd name="T85" fmla="*/ 70 h 212"/>
              <a:gd name="T86" fmla="*/ 125 w 1134"/>
              <a:gd name="T87" fmla="*/ 124 h 212"/>
              <a:gd name="T88" fmla="*/ 598 w 1134"/>
              <a:gd name="T89" fmla="*/ 55 h 212"/>
              <a:gd name="T90" fmla="*/ 566 w 1134"/>
              <a:gd name="T91" fmla="*/ 90 h 212"/>
              <a:gd name="T92" fmla="*/ 598 w 1134"/>
              <a:gd name="T93" fmla="*/ 90 h 212"/>
              <a:gd name="T94" fmla="*/ 630 w 1134"/>
              <a:gd name="T95" fmla="*/ 73 h 212"/>
              <a:gd name="T96" fmla="*/ 598 w 1134"/>
              <a:gd name="T97" fmla="*/ 55 h 212"/>
              <a:gd name="T98" fmla="*/ 947 w 1134"/>
              <a:gd name="T99" fmla="*/ 124 h 212"/>
              <a:gd name="T100" fmla="*/ 1010 w 1134"/>
              <a:gd name="T101" fmla="*/ 124 h 212"/>
              <a:gd name="T102" fmla="*/ 978 w 1134"/>
              <a:gd name="T103" fmla="*/ 70 h 212"/>
              <a:gd name="T104" fmla="*/ 947 w 1134"/>
              <a:gd name="T105" fmla="*/ 124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134" h="212">
                <a:moveTo>
                  <a:pt x="1039" y="174"/>
                </a:moveTo>
                <a:cubicBezTo>
                  <a:pt x="1052" y="196"/>
                  <a:pt x="1052" y="196"/>
                  <a:pt x="1052" y="196"/>
                </a:cubicBezTo>
                <a:cubicBezTo>
                  <a:pt x="1052" y="196"/>
                  <a:pt x="1052" y="196"/>
                  <a:pt x="1052" y="196"/>
                </a:cubicBezTo>
                <a:cubicBezTo>
                  <a:pt x="1057" y="206"/>
                  <a:pt x="1074" y="212"/>
                  <a:pt x="1092" y="212"/>
                </a:cubicBezTo>
                <a:cubicBezTo>
                  <a:pt x="1115" y="212"/>
                  <a:pt x="1134" y="202"/>
                  <a:pt x="1134" y="189"/>
                </a:cubicBezTo>
                <a:cubicBezTo>
                  <a:pt x="1134" y="187"/>
                  <a:pt x="1133" y="184"/>
                  <a:pt x="1132" y="181"/>
                </a:cubicBezTo>
                <a:cubicBezTo>
                  <a:pt x="1132" y="181"/>
                  <a:pt x="1132" y="181"/>
                  <a:pt x="1132" y="181"/>
                </a:cubicBezTo>
                <a:cubicBezTo>
                  <a:pt x="1018" y="15"/>
                  <a:pt x="1018" y="15"/>
                  <a:pt x="1018" y="15"/>
                </a:cubicBezTo>
                <a:cubicBezTo>
                  <a:pt x="1018" y="15"/>
                  <a:pt x="1018" y="15"/>
                  <a:pt x="1018" y="15"/>
                </a:cubicBezTo>
                <a:cubicBezTo>
                  <a:pt x="1012" y="6"/>
                  <a:pt x="996" y="0"/>
                  <a:pt x="978" y="0"/>
                </a:cubicBezTo>
                <a:cubicBezTo>
                  <a:pt x="961" y="0"/>
                  <a:pt x="945" y="6"/>
                  <a:pt x="939" y="15"/>
                </a:cubicBezTo>
                <a:cubicBezTo>
                  <a:pt x="939" y="15"/>
                  <a:pt x="939" y="15"/>
                  <a:pt x="939" y="15"/>
                </a:cubicBezTo>
                <a:cubicBezTo>
                  <a:pt x="844" y="154"/>
                  <a:pt x="844" y="154"/>
                  <a:pt x="844" y="154"/>
                </a:cubicBezTo>
                <a:cubicBezTo>
                  <a:pt x="844" y="154"/>
                  <a:pt x="844" y="154"/>
                  <a:pt x="844" y="154"/>
                </a:cubicBezTo>
                <a:cubicBezTo>
                  <a:pt x="786" y="154"/>
                  <a:pt x="786" y="154"/>
                  <a:pt x="786" y="154"/>
                </a:cubicBezTo>
                <a:cubicBezTo>
                  <a:pt x="786" y="23"/>
                  <a:pt x="786" y="23"/>
                  <a:pt x="786" y="23"/>
                </a:cubicBezTo>
                <a:cubicBezTo>
                  <a:pt x="786" y="23"/>
                  <a:pt x="786" y="23"/>
                  <a:pt x="786" y="23"/>
                </a:cubicBezTo>
                <a:cubicBezTo>
                  <a:pt x="786" y="10"/>
                  <a:pt x="767" y="0"/>
                  <a:pt x="744" y="0"/>
                </a:cubicBezTo>
                <a:cubicBezTo>
                  <a:pt x="721" y="0"/>
                  <a:pt x="702" y="10"/>
                  <a:pt x="702" y="23"/>
                </a:cubicBezTo>
                <a:cubicBezTo>
                  <a:pt x="702" y="23"/>
                  <a:pt x="702" y="23"/>
                  <a:pt x="702" y="23"/>
                </a:cubicBezTo>
                <a:cubicBezTo>
                  <a:pt x="702" y="40"/>
                  <a:pt x="702" y="40"/>
                  <a:pt x="702" y="40"/>
                </a:cubicBezTo>
                <a:cubicBezTo>
                  <a:pt x="683" y="16"/>
                  <a:pt x="643" y="0"/>
                  <a:pt x="598" y="0"/>
                </a:cubicBezTo>
                <a:cubicBezTo>
                  <a:pt x="598" y="0"/>
                  <a:pt x="598" y="0"/>
                  <a:pt x="598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501" y="0"/>
                  <a:pt x="482" y="10"/>
                  <a:pt x="482" y="23"/>
                </a:cubicBezTo>
                <a:cubicBezTo>
                  <a:pt x="482" y="23"/>
                  <a:pt x="482" y="23"/>
                  <a:pt x="482" y="23"/>
                </a:cubicBezTo>
                <a:cubicBezTo>
                  <a:pt x="482" y="168"/>
                  <a:pt x="482" y="168"/>
                  <a:pt x="482" y="168"/>
                </a:cubicBezTo>
                <a:cubicBezTo>
                  <a:pt x="474" y="160"/>
                  <a:pt x="460" y="154"/>
                  <a:pt x="444" y="154"/>
                </a:cubicBezTo>
                <a:cubicBezTo>
                  <a:pt x="444" y="154"/>
                  <a:pt x="444" y="154"/>
                  <a:pt x="444" y="154"/>
                </a:cubicBezTo>
                <a:cubicBezTo>
                  <a:pt x="386" y="154"/>
                  <a:pt x="386" y="154"/>
                  <a:pt x="386" y="154"/>
                </a:cubicBezTo>
                <a:cubicBezTo>
                  <a:pt x="386" y="23"/>
                  <a:pt x="386" y="23"/>
                  <a:pt x="386" y="23"/>
                </a:cubicBezTo>
                <a:cubicBezTo>
                  <a:pt x="386" y="23"/>
                  <a:pt x="386" y="23"/>
                  <a:pt x="386" y="23"/>
                </a:cubicBezTo>
                <a:cubicBezTo>
                  <a:pt x="386" y="10"/>
                  <a:pt x="367" y="0"/>
                  <a:pt x="344" y="0"/>
                </a:cubicBezTo>
                <a:cubicBezTo>
                  <a:pt x="321" y="0"/>
                  <a:pt x="302" y="10"/>
                  <a:pt x="302" y="23"/>
                </a:cubicBezTo>
                <a:cubicBezTo>
                  <a:pt x="302" y="23"/>
                  <a:pt x="302" y="23"/>
                  <a:pt x="302" y="23"/>
                </a:cubicBezTo>
                <a:cubicBezTo>
                  <a:pt x="302" y="170"/>
                  <a:pt x="302" y="170"/>
                  <a:pt x="302" y="170"/>
                </a:cubicBezTo>
                <a:cubicBezTo>
                  <a:pt x="196" y="15"/>
                  <a:pt x="196" y="15"/>
                  <a:pt x="196" y="15"/>
                </a:cubicBezTo>
                <a:cubicBezTo>
                  <a:pt x="196" y="15"/>
                  <a:pt x="196" y="15"/>
                  <a:pt x="196" y="15"/>
                </a:cubicBezTo>
                <a:cubicBezTo>
                  <a:pt x="190" y="6"/>
                  <a:pt x="174" y="0"/>
                  <a:pt x="156" y="0"/>
                </a:cubicBezTo>
                <a:cubicBezTo>
                  <a:pt x="139" y="0"/>
                  <a:pt x="123" y="6"/>
                  <a:pt x="117" y="15"/>
                </a:cubicBezTo>
                <a:cubicBezTo>
                  <a:pt x="117" y="15"/>
                  <a:pt x="117" y="15"/>
                  <a:pt x="117" y="15"/>
                </a:cubicBezTo>
                <a:cubicBezTo>
                  <a:pt x="3" y="181"/>
                  <a:pt x="3" y="181"/>
                  <a:pt x="3" y="181"/>
                </a:cubicBezTo>
                <a:cubicBezTo>
                  <a:pt x="3" y="181"/>
                  <a:pt x="3" y="181"/>
                  <a:pt x="3" y="181"/>
                </a:cubicBezTo>
                <a:cubicBezTo>
                  <a:pt x="1" y="184"/>
                  <a:pt x="0" y="187"/>
                  <a:pt x="0" y="189"/>
                </a:cubicBezTo>
                <a:cubicBezTo>
                  <a:pt x="0" y="202"/>
                  <a:pt x="19" y="212"/>
                  <a:pt x="42" y="212"/>
                </a:cubicBezTo>
                <a:cubicBezTo>
                  <a:pt x="61" y="212"/>
                  <a:pt x="77" y="206"/>
                  <a:pt x="83" y="196"/>
                </a:cubicBezTo>
                <a:cubicBezTo>
                  <a:pt x="83" y="196"/>
                  <a:pt x="83" y="196"/>
                  <a:pt x="83" y="196"/>
                </a:cubicBezTo>
                <a:cubicBezTo>
                  <a:pt x="95" y="174"/>
                  <a:pt x="95" y="174"/>
                  <a:pt x="95" y="174"/>
                </a:cubicBezTo>
                <a:cubicBezTo>
                  <a:pt x="95" y="174"/>
                  <a:pt x="95" y="174"/>
                  <a:pt x="95" y="174"/>
                </a:cubicBezTo>
                <a:cubicBezTo>
                  <a:pt x="217" y="174"/>
                  <a:pt x="217" y="174"/>
                  <a:pt x="217" y="174"/>
                </a:cubicBezTo>
                <a:cubicBezTo>
                  <a:pt x="217" y="174"/>
                  <a:pt x="217" y="174"/>
                  <a:pt x="217" y="174"/>
                </a:cubicBezTo>
                <a:cubicBezTo>
                  <a:pt x="230" y="196"/>
                  <a:pt x="230" y="196"/>
                  <a:pt x="230" y="196"/>
                </a:cubicBezTo>
                <a:cubicBezTo>
                  <a:pt x="230" y="196"/>
                  <a:pt x="230" y="196"/>
                  <a:pt x="230" y="196"/>
                </a:cubicBezTo>
                <a:cubicBezTo>
                  <a:pt x="235" y="206"/>
                  <a:pt x="252" y="212"/>
                  <a:pt x="270" y="212"/>
                </a:cubicBezTo>
                <a:cubicBezTo>
                  <a:pt x="286" y="212"/>
                  <a:pt x="300" y="207"/>
                  <a:pt x="307" y="200"/>
                </a:cubicBezTo>
                <a:cubicBezTo>
                  <a:pt x="314" y="207"/>
                  <a:pt x="328" y="212"/>
                  <a:pt x="344" y="212"/>
                </a:cubicBezTo>
                <a:cubicBezTo>
                  <a:pt x="344" y="212"/>
                  <a:pt x="344" y="212"/>
                  <a:pt x="344" y="212"/>
                </a:cubicBezTo>
                <a:cubicBezTo>
                  <a:pt x="444" y="212"/>
                  <a:pt x="444" y="212"/>
                  <a:pt x="444" y="212"/>
                </a:cubicBezTo>
                <a:cubicBezTo>
                  <a:pt x="444" y="212"/>
                  <a:pt x="444" y="212"/>
                  <a:pt x="444" y="212"/>
                </a:cubicBezTo>
                <a:cubicBezTo>
                  <a:pt x="461" y="212"/>
                  <a:pt x="476" y="205"/>
                  <a:pt x="484" y="196"/>
                </a:cubicBezTo>
                <a:cubicBezTo>
                  <a:pt x="489" y="205"/>
                  <a:pt x="505" y="212"/>
                  <a:pt x="524" y="212"/>
                </a:cubicBezTo>
                <a:cubicBezTo>
                  <a:pt x="547" y="212"/>
                  <a:pt x="566" y="202"/>
                  <a:pt x="566" y="189"/>
                </a:cubicBezTo>
                <a:cubicBezTo>
                  <a:pt x="566" y="189"/>
                  <a:pt x="566" y="189"/>
                  <a:pt x="566" y="189"/>
                </a:cubicBezTo>
                <a:cubicBezTo>
                  <a:pt x="566" y="189"/>
                  <a:pt x="566" y="189"/>
                  <a:pt x="566" y="189"/>
                </a:cubicBezTo>
                <a:cubicBezTo>
                  <a:pt x="566" y="146"/>
                  <a:pt x="566" y="146"/>
                  <a:pt x="566" y="146"/>
                </a:cubicBezTo>
                <a:cubicBezTo>
                  <a:pt x="598" y="146"/>
                  <a:pt x="598" y="146"/>
                  <a:pt x="598" y="146"/>
                </a:cubicBezTo>
                <a:cubicBezTo>
                  <a:pt x="598" y="146"/>
                  <a:pt x="598" y="146"/>
                  <a:pt x="598" y="146"/>
                </a:cubicBezTo>
                <a:cubicBezTo>
                  <a:pt x="643" y="146"/>
                  <a:pt x="683" y="129"/>
                  <a:pt x="702" y="106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189"/>
                  <a:pt x="702" y="189"/>
                  <a:pt x="702" y="189"/>
                </a:cubicBezTo>
                <a:cubicBezTo>
                  <a:pt x="702" y="202"/>
                  <a:pt x="721" y="212"/>
                  <a:pt x="744" y="212"/>
                </a:cubicBezTo>
                <a:cubicBezTo>
                  <a:pt x="744" y="212"/>
                  <a:pt x="744" y="212"/>
                  <a:pt x="744" y="212"/>
                </a:cubicBezTo>
                <a:cubicBezTo>
                  <a:pt x="864" y="212"/>
                  <a:pt x="864" y="212"/>
                  <a:pt x="864" y="212"/>
                </a:cubicBezTo>
                <a:cubicBezTo>
                  <a:pt x="864" y="212"/>
                  <a:pt x="864" y="212"/>
                  <a:pt x="864" y="212"/>
                </a:cubicBezTo>
                <a:cubicBezTo>
                  <a:pt x="883" y="212"/>
                  <a:pt x="899" y="206"/>
                  <a:pt x="905" y="196"/>
                </a:cubicBezTo>
                <a:cubicBezTo>
                  <a:pt x="905" y="196"/>
                  <a:pt x="905" y="196"/>
                  <a:pt x="905" y="196"/>
                </a:cubicBezTo>
                <a:cubicBezTo>
                  <a:pt x="917" y="174"/>
                  <a:pt x="917" y="174"/>
                  <a:pt x="917" y="174"/>
                </a:cubicBezTo>
                <a:cubicBezTo>
                  <a:pt x="917" y="174"/>
                  <a:pt x="917" y="174"/>
                  <a:pt x="917" y="174"/>
                </a:cubicBezTo>
                <a:cubicBezTo>
                  <a:pt x="1039" y="174"/>
                  <a:pt x="1039" y="174"/>
                  <a:pt x="1039" y="174"/>
                </a:cubicBezTo>
                <a:cubicBezTo>
                  <a:pt x="1039" y="174"/>
                  <a:pt x="1039" y="174"/>
                  <a:pt x="1039" y="174"/>
                </a:cubicBezTo>
                <a:close/>
                <a:moveTo>
                  <a:pt x="125" y="124"/>
                </a:moveTo>
                <a:cubicBezTo>
                  <a:pt x="188" y="124"/>
                  <a:pt x="188" y="124"/>
                  <a:pt x="188" y="124"/>
                </a:cubicBezTo>
                <a:cubicBezTo>
                  <a:pt x="188" y="124"/>
                  <a:pt x="188" y="124"/>
                  <a:pt x="188" y="124"/>
                </a:cubicBezTo>
                <a:cubicBezTo>
                  <a:pt x="156" y="70"/>
                  <a:pt x="156" y="70"/>
                  <a:pt x="156" y="70"/>
                </a:cubicBezTo>
                <a:cubicBezTo>
                  <a:pt x="156" y="70"/>
                  <a:pt x="156" y="70"/>
                  <a:pt x="156" y="70"/>
                </a:cubicBezTo>
                <a:cubicBezTo>
                  <a:pt x="125" y="124"/>
                  <a:pt x="125" y="124"/>
                  <a:pt x="125" y="124"/>
                </a:cubicBezTo>
                <a:cubicBezTo>
                  <a:pt x="125" y="124"/>
                  <a:pt x="125" y="124"/>
                  <a:pt x="125" y="124"/>
                </a:cubicBezTo>
                <a:close/>
                <a:moveTo>
                  <a:pt x="598" y="55"/>
                </a:moveTo>
                <a:cubicBezTo>
                  <a:pt x="566" y="55"/>
                  <a:pt x="566" y="55"/>
                  <a:pt x="566" y="55"/>
                </a:cubicBezTo>
                <a:cubicBezTo>
                  <a:pt x="566" y="90"/>
                  <a:pt x="566" y="90"/>
                  <a:pt x="566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598" y="90"/>
                  <a:pt x="598" y="90"/>
                  <a:pt x="598" y="90"/>
                </a:cubicBezTo>
                <a:cubicBezTo>
                  <a:pt x="616" y="90"/>
                  <a:pt x="630" y="82"/>
                  <a:pt x="630" y="73"/>
                </a:cubicBezTo>
                <a:cubicBezTo>
                  <a:pt x="630" y="63"/>
                  <a:pt x="616" y="55"/>
                  <a:pt x="598" y="55"/>
                </a:cubicBezTo>
                <a:cubicBezTo>
                  <a:pt x="598" y="55"/>
                  <a:pt x="598" y="55"/>
                  <a:pt x="598" y="55"/>
                </a:cubicBezTo>
                <a:cubicBezTo>
                  <a:pt x="598" y="55"/>
                  <a:pt x="598" y="55"/>
                  <a:pt x="598" y="55"/>
                </a:cubicBezTo>
                <a:close/>
                <a:moveTo>
                  <a:pt x="947" y="124"/>
                </a:moveTo>
                <a:cubicBezTo>
                  <a:pt x="1010" y="124"/>
                  <a:pt x="1010" y="124"/>
                  <a:pt x="1010" y="124"/>
                </a:cubicBezTo>
                <a:cubicBezTo>
                  <a:pt x="1010" y="124"/>
                  <a:pt x="1010" y="124"/>
                  <a:pt x="1010" y="124"/>
                </a:cubicBezTo>
                <a:cubicBezTo>
                  <a:pt x="978" y="70"/>
                  <a:pt x="978" y="70"/>
                  <a:pt x="978" y="70"/>
                </a:cubicBezTo>
                <a:cubicBezTo>
                  <a:pt x="978" y="70"/>
                  <a:pt x="978" y="70"/>
                  <a:pt x="978" y="70"/>
                </a:cubicBezTo>
                <a:cubicBezTo>
                  <a:pt x="947" y="124"/>
                  <a:pt x="947" y="124"/>
                  <a:pt x="947" y="124"/>
                </a:cubicBezTo>
                <a:cubicBezTo>
                  <a:pt x="947" y="124"/>
                  <a:pt x="947" y="124"/>
                  <a:pt x="947" y="1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2880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575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863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1519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4398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77278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40157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3037" algn="l" defTabSz="725759" rtl="0" eaLnBrk="1" latinLnBrk="0" hangingPunct="1">
              <a:defRPr sz="14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04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673" r:id="rId2"/>
    <p:sldLayoutId id="2147483716" r:id="rId3"/>
    <p:sldLayoutId id="2147483652" r:id="rId4"/>
    <p:sldLayoutId id="2147483722" r:id="rId5"/>
    <p:sldLayoutId id="2147483676" r:id="rId6"/>
    <p:sldLayoutId id="2147483677" r:id="rId7"/>
    <p:sldLayoutId id="2147483699" r:id="rId8"/>
    <p:sldLayoutId id="2147483724" r:id="rId9"/>
    <p:sldLayoutId id="2147483678" r:id="rId10"/>
    <p:sldLayoutId id="2147483702" r:id="rId11"/>
    <p:sldLayoutId id="2147483703" r:id="rId12"/>
    <p:sldLayoutId id="2147483720" r:id="rId13"/>
    <p:sldLayoutId id="2147483705" r:id="rId14"/>
    <p:sldLayoutId id="2147483706" r:id="rId15"/>
    <p:sldLayoutId id="2147483707" r:id="rId16"/>
    <p:sldLayoutId id="2147483708" r:id="rId17"/>
    <p:sldLayoutId id="2147483718" r:id="rId18"/>
    <p:sldLayoutId id="2147483693" r:id="rId19"/>
    <p:sldLayoutId id="2147483709" r:id="rId20"/>
    <p:sldLayoutId id="2147483681" r:id="rId21"/>
    <p:sldLayoutId id="2147483729" r:id="rId22"/>
    <p:sldLayoutId id="2147483730" r:id="rId23"/>
    <p:sldLayoutId id="2147483732" r:id="rId24"/>
    <p:sldLayoutId id="2147483728" r:id="rId25"/>
    <p:sldLayoutId id="2147483727" r:id="rId26"/>
    <p:sldLayoutId id="2147483725" r:id="rId27"/>
    <p:sldLayoutId id="2147483719" r:id="rId28"/>
    <p:sldLayoutId id="2147483712" r:id="rId29"/>
    <p:sldLayoutId id="2147483667" r:id="rId30"/>
  </p:sldLayoutIdLst>
  <p:transition>
    <p:fade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eaLnBrk="1" hangingPunct="1">
        <a:defRPr sz="2400" b="1">
          <a:solidFill>
            <a:schemeClr val="accent1"/>
          </a:solidFill>
          <a:latin typeface="+mj-lt"/>
        </a:defRPr>
      </a:lvl2pPr>
      <a:lvl3pPr algn="l" eaLnBrk="1" hangingPunct="1">
        <a:defRPr sz="2400" b="1">
          <a:solidFill>
            <a:schemeClr val="accent1"/>
          </a:solidFill>
        </a:defRPr>
      </a:lvl3pPr>
      <a:lvl4pPr algn="l" eaLnBrk="1" hangingPunct="1">
        <a:defRPr sz="2400" b="1">
          <a:solidFill>
            <a:schemeClr val="accent1"/>
          </a:solidFill>
          <a:latin typeface="+mj-lt"/>
        </a:defRPr>
      </a:lvl4pPr>
      <a:lvl5pPr algn="l" eaLnBrk="1" hangingPunct="1">
        <a:defRPr sz="2400" b="1">
          <a:solidFill>
            <a:schemeClr val="accent1"/>
          </a:solidFill>
        </a:defRPr>
      </a:lvl5pPr>
      <a:lvl6pPr algn="l" eaLnBrk="1" hangingPunct="1">
        <a:defRPr sz="2400" b="1">
          <a:solidFill>
            <a:schemeClr val="accent1"/>
          </a:solidFill>
        </a:defRPr>
      </a:lvl6pPr>
      <a:lvl7pPr algn="l" eaLnBrk="1" hangingPunct="1">
        <a:defRPr sz="2400" b="1">
          <a:solidFill>
            <a:schemeClr val="accent1"/>
          </a:solidFill>
        </a:defRPr>
      </a:lvl7pPr>
      <a:lvl8pPr algn="l" eaLnBrk="1" hangingPunct="1">
        <a:defRPr sz="2400" b="1">
          <a:solidFill>
            <a:schemeClr val="accent1"/>
          </a:solidFill>
        </a:defRPr>
      </a:lvl8pPr>
      <a:lvl9pPr algn="l" eaLnBrk="1" hangingPunct="1">
        <a:defRPr sz="2400" b="1">
          <a:solidFill>
            <a:schemeClr val="accent1"/>
          </a:solidFill>
        </a:defRPr>
      </a:lvl9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000" b="0" i="0" kern="1200">
          <a:solidFill>
            <a:srgbClr val="2793C9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Wingdings" panose="05000000000000000000" pitchFamily="2" charset="2"/>
        <a:buChar char="§"/>
        <a:defRPr sz="1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-"/>
        <a:defRPr sz="10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+mj-lt"/>
        <a:buAutoNum type="arabicPeriod"/>
        <a:defRPr sz="10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3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+mj-lt"/>
        <a:buAutoNum type="alphaLcPeriod"/>
        <a:defRPr sz="1000" b="0" i="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b="0" i="0" kern="1200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b="0" i="0" kern="1200" baseline="0">
          <a:solidFill>
            <a:srgbClr val="2793C9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6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2" userDrawn="1">
          <p15:clr>
            <a:srgbClr val="F26B43"/>
          </p15:clr>
        </p15:guide>
        <p15:guide id="2" orient="horz" pos="146" userDrawn="1">
          <p15:clr>
            <a:srgbClr val="A4A3A4"/>
          </p15:clr>
        </p15:guide>
        <p15:guide id="3" orient="horz" pos="373" userDrawn="1">
          <p15:clr>
            <a:srgbClr val="F26B43"/>
          </p15:clr>
        </p15:guide>
        <p15:guide id="4" orient="horz" pos="486" userDrawn="1">
          <p15:clr>
            <a:srgbClr val="A4A3A4"/>
          </p15:clr>
        </p15:guide>
        <p15:guide id="5" orient="horz" pos="1733" userDrawn="1">
          <p15:clr>
            <a:srgbClr val="A4A3A4"/>
          </p15:clr>
        </p15:guide>
        <p15:guide id="6" orient="horz" pos="1960" userDrawn="1">
          <p15:clr>
            <a:srgbClr val="A4A3A4"/>
          </p15:clr>
        </p15:guide>
        <p15:guide id="8" orient="horz" pos="2300" userDrawn="1">
          <p15:clr>
            <a:srgbClr val="A4A3A4"/>
          </p15:clr>
        </p15:guide>
        <p15:guide id="9" orient="horz" pos="2527" userDrawn="1">
          <p15:clr>
            <a:srgbClr val="A4A3A4"/>
          </p15:clr>
        </p15:guide>
        <p15:guide id="10" orient="horz" pos="3094" userDrawn="1">
          <p15:clr>
            <a:srgbClr val="F26B43"/>
          </p15:clr>
        </p15:guide>
        <p15:guide id="11" pos="1519" userDrawn="1">
          <p15:clr>
            <a:srgbClr val="A4A3A4"/>
          </p15:clr>
        </p15:guide>
        <p15:guide id="12" pos="1633" userDrawn="1">
          <p15:clr>
            <a:srgbClr val="A4A3A4"/>
          </p15:clr>
        </p15:guide>
        <p15:guide id="13" pos="2880" userDrawn="1">
          <p15:clr>
            <a:srgbClr val="A4A3A4"/>
          </p15:clr>
        </p15:guide>
        <p15:guide id="14" pos="2993" userDrawn="1">
          <p15:clr>
            <a:srgbClr val="A4A3A4"/>
          </p15:clr>
        </p15:guide>
        <p15:guide id="15" pos="4241" userDrawn="1">
          <p15:clr>
            <a:srgbClr val="A4A3A4"/>
          </p15:clr>
        </p15:guide>
        <p15:guide id="16" pos="4354" userDrawn="1">
          <p15:clr>
            <a:srgbClr val="A4A3A4"/>
          </p15:clr>
        </p15:guide>
        <p15:guide id="17" pos="5488" userDrawn="1">
          <p15:clr>
            <a:srgbClr val="F26B43"/>
          </p15:clr>
        </p15:guide>
        <p15:guide id="18" pos="386" userDrawn="1">
          <p15:clr>
            <a:srgbClr val="A4A3A4"/>
          </p15:clr>
        </p15:guide>
        <p15:guide id="19" pos="499" userDrawn="1">
          <p15:clr>
            <a:srgbClr val="A4A3A4"/>
          </p15:clr>
        </p15:guide>
        <p15:guide id="20" pos="612" userDrawn="1">
          <p15:clr>
            <a:srgbClr val="A4A3A4"/>
          </p15:clr>
        </p15:guide>
        <p15:guide id="21" pos="726" userDrawn="1">
          <p15:clr>
            <a:srgbClr val="A4A3A4"/>
          </p15:clr>
        </p15:guide>
        <p15:guide id="22" pos="839" userDrawn="1">
          <p15:clr>
            <a:srgbClr val="A4A3A4"/>
          </p15:clr>
        </p15:guide>
        <p15:guide id="23" pos="952" userDrawn="1">
          <p15:clr>
            <a:srgbClr val="A4A3A4"/>
          </p15:clr>
        </p15:guide>
        <p15:guide id="24" pos="1066" userDrawn="1">
          <p15:clr>
            <a:srgbClr val="A4A3A4"/>
          </p15:clr>
        </p15:guide>
        <p15:guide id="25" pos="1179" userDrawn="1">
          <p15:clr>
            <a:srgbClr val="A4A3A4"/>
          </p15:clr>
        </p15:guide>
        <p15:guide id="26" pos="1406" userDrawn="1">
          <p15:clr>
            <a:srgbClr val="A4A3A4"/>
          </p15:clr>
        </p15:guide>
        <p15:guide id="27" pos="1293" userDrawn="1">
          <p15:clr>
            <a:srgbClr val="A4A3A4"/>
          </p15:clr>
        </p15:guide>
        <p15:guide id="28" pos="1860" userDrawn="1">
          <p15:clr>
            <a:srgbClr val="A4A3A4"/>
          </p15:clr>
        </p15:guide>
        <p15:guide id="29" pos="1746" userDrawn="1">
          <p15:clr>
            <a:srgbClr val="A4A3A4"/>
          </p15:clr>
        </p15:guide>
        <p15:guide id="30" pos="1973" userDrawn="1">
          <p15:clr>
            <a:srgbClr val="A4A3A4"/>
          </p15:clr>
        </p15:guide>
        <p15:guide id="31" pos="2086" userDrawn="1">
          <p15:clr>
            <a:srgbClr val="A4A3A4"/>
          </p15:clr>
        </p15:guide>
        <p15:guide id="32" pos="2200" userDrawn="1">
          <p15:clr>
            <a:srgbClr val="A4A3A4"/>
          </p15:clr>
        </p15:guide>
        <p15:guide id="33" pos="2313" userDrawn="1">
          <p15:clr>
            <a:srgbClr val="A4A3A4"/>
          </p15:clr>
        </p15:guide>
        <p15:guide id="34" pos="2426" userDrawn="1">
          <p15:clr>
            <a:srgbClr val="A4A3A4"/>
          </p15:clr>
        </p15:guide>
        <p15:guide id="35" pos="2653" userDrawn="1">
          <p15:clr>
            <a:srgbClr val="A4A3A4"/>
          </p15:clr>
        </p15:guide>
        <p15:guide id="36" pos="2540" userDrawn="1">
          <p15:clr>
            <a:srgbClr val="A4A3A4"/>
          </p15:clr>
        </p15:guide>
        <p15:guide id="37" pos="2767" userDrawn="1">
          <p15:clr>
            <a:srgbClr val="A4A3A4"/>
          </p15:clr>
        </p15:guide>
        <p15:guide id="38" pos="3107" userDrawn="1">
          <p15:clr>
            <a:srgbClr val="A4A3A4"/>
          </p15:clr>
        </p15:guide>
        <p15:guide id="39" pos="3220" userDrawn="1">
          <p15:clr>
            <a:srgbClr val="A4A3A4"/>
          </p15:clr>
        </p15:guide>
        <p15:guide id="40" pos="3334" userDrawn="1">
          <p15:clr>
            <a:srgbClr val="A4A3A4"/>
          </p15:clr>
        </p15:guide>
        <p15:guide id="41" pos="3447" userDrawn="1">
          <p15:clr>
            <a:srgbClr val="A4A3A4"/>
          </p15:clr>
        </p15:guide>
        <p15:guide id="42" pos="3560" userDrawn="1">
          <p15:clr>
            <a:srgbClr val="A4A3A4"/>
          </p15:clr>
        </p15:guide>
        <p15:guide id="43" pos="3674" userDrawn="1">
          <p15:clr>
            <a:srgbClr val="A4A3A4"/>
          </p15:clr>
        </p15:guide>
        <p15:guide id="44" pos="3900" userDrawn="1">
          <p15:clr>
            <a:srgbClr val="A4A3A4"/>
          </p15:clr>
        </p15:guide>
        <p15:guide id="45" pos="3787" userDrawn="1">
          <p15:clr>
            <a:srgbClr val="A4A3A4"/>
          </p15:clr>
        </p15:guide>
        <p15:guide id="46" pos="4014" userDrawn="1">
          <p15:clr>
            <a:srgbClr val="A4A3A4"/>
          </p15:clr>
        </p15:guide>
        <p15:guide id="47" pos="4127" userDrawn="1">
          <p15:clr>
            <a:srgbClr val="A4A3A4"/>
          </p15:clr>
        </p15:guide>
        <p15:guide id="48" pos="4467" userDrawn="1">
          <p15:clr>
            <a:srgbClr val="A4A3A4"/>
          </p15:clr>
        </p15:guide>
        <p15:guide id="49" pos="4581" userDrawn="1">
          <p15:clr>
            <a:srgbClr val="A4A3A4"/>
          </p15:clr>
        </p15:guide>
        <p15:guide id="50" pos="4694" userDrawn="1">
          <p15:clr>
            <a:srgbClr val="A4A3A4"/>
          </p15:clr>
        </p15:guide>
        <p15:guide id="51" pos="4808" userDrawn="1">
          <p15:clr>
            <a:srgbClr val="A4A3A4"/>
          </p15:clr>
        </p15:guide>
        <p15:guide id="52" pos="4921" userDrawn="1">
          <p15:clr>
            <a:srgbClr val="A4A3A4"/>
          </p15:clr>
        </p15:guide>
        <p15:guide id="53" pos="5034" userDrawn="1">
          <p15:clr>
            <a:srgbClr val="A4A3A4"/>
          </p15:clr>
        </p15:guide>
        <p15:guide id="54" pos="5148" userDrawn="1">
          <p15:clr>
            <a:srgbClr val="A4A3A4"/>
          </p15:clr>
        </p15:guide>
        <p15:guide id="55" pos="5261" userDrawn="1">
          <p15:clr>
            <a:srgbClr val="A4A3A4"/>
          </p15:clr>
        </p15:guide>
        <p15:guide id="56" pos="5374" userDrawn="1">
          <p15:clr>
            <a:srgbClr val="A4A3A4"/>
          </p15:clr>
        </p15:guide>
        <p15:guide id="57" orient="horz" pos="600" userDrawn="1">
          <p15:clr>
            <a:srgbClr val="A4A3A4"/>
          </p15:clr>
        </p15:guide>
        <p15:guide id="58" orient="horz" pos="713" userDrawn="1">
          <p15:clr>
            <a:srgbClr val="A4A3A4"/>
          </p15:clr>
        </p15:guide>
        <p15:guide id="59" orient="horz" pos="826" userDrawn="1">
          <p15:clr>
            <a:srgbClr val="A4A3A4"/>
          </p15:clr>
        </p15:guide>
        <p15:guide id="60" orient="horz" pos="940" userDrawn="1">
          <p15:clr>
            <a:srgbClr val="A4A3A4"/>
          </p15:clr>
        </p15:guide>
        <p15:guide id="61" orient="horz" pos="1053" userDrawn="1">
          <p15:clr>
            <a:srgbClr val="A4A3A4"/>
          </p15:clr>
        </p15:guide>
        <p15:guide id="62" orient="horz" pos="1166" userDrawn="1">
          <p15:clr>
            <a:srgbClr val="A4A3A4"/>
          </p15:clr>
        </p15:guide>
        <p15:guide id="63" orient="horz" pos="1393" userDrawn="1">
          <p15:clr>
            <a:srgbClr val="A4A3A4"/>
          </p15:clr>
        </p15:guide>
        <p15:guide id="64" orient="horz" pos="1507" userDrawn="1">
          <p15:clr>
            <a:srgbClr val="A4A3A4"/>
          </p15:clr>
        </p15:guide>
        <p15:guide id="65" orient="horz" pos="1620" userDrawn="1">
          <p15:clr>
            <a:srgbClr val="A4A3A4"/>
          </p15:clr>
        </p15:guide>
        <p15:guide id="66" orient="horz" pos="1847" userDrawn="1">
          <p15:clr>
            <a:srgbClr val="A4A3A4"/>
          </p15:clr>
        </p15:guide>
        <p15:guide id="67" orient="horz" pos="2074" userDrawn="1">
          <p15:clr>
            <a:srgbClr val="A4A3A4"/>
          </p15:clr>
        </p15:guide>
        <p15:guide id="68" orient="horz" pos="2187" userDrawn="1">
          <p15:clr>
            <a:srgbClr val="A4A3A4"/>
          </p15:clr>
        </p15:guide>
        <p15:guide id="69" orient="horz" pos="2640" userDrawn="1">
          <p15:clr>
            <a:srgbClr val="A4A3A4"/>
          </p15:clr>
        </p15:guide>
        <p15:guide id="70" orient="horz" pos="2414" userDrawn="1">
          <p15:clr>
            <a:srgbClr val="A4A3A4"/>
          </p15:clr>
        </p15:guide>
        <p15:guide id="71" orient="horz" pos="2754" userDrawn="1">
          <p15:clr>
            <a:srgbClr val="A4A3A4"/>
          </p15:clr>
        </p15:guide>
        <p15:guide id="72" orient="horz" pos="2867" userDrawn="1">
          <p15:clr>
            <a:srgbClr val="A4A3A4"/>
          </p15:clr>
        </p15:guide>
        <p15:guide id="73" orient="horz" pos="2981" userDrawn="1">
          <p15:clr>
            <a:srgbClr val="A4A3A4"/>
          </p15:clr>
        </p15:guide>
        <p15:guide id="74" orient="horz" pos="1280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626C2-63C5-233C-39CB-D86951BF2950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31800" y="2547620"/>
            <a:ext cx="2700338" cy="720725"/>
          </a:xfrm>
        </p:spPr>
        <p:txBody>
          <a:bodyPr/>
          <a:lstStyle/>
          <a:p>
            <a:r>
              <a:rPr lang="en-US" sz="4800" b="1" spc="-150">
                <a:latin typeface="Aptos" panose="020B0004020202020204" pitchFamily="34" charset="0"/>
              </a:rPr>
              <a:t>WE CARE</a:t>
            </a:r>
            <a:endParaRPr lang="en-GB" sz="4800">
              <a:latin typeface="Aptos" panose="020B00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57E76A1-DCD8-FBF7-4ED6-238C5AD89177}"/>
              </a:ext>
            </a:extLst>
          </p:cNvPr>
          <p:cNvSpPr txBox="1">
            <a:spLocks/>
          </p:cNvSpPr>
          <p:nvPr/>
        </p:nvSpPr>
        <p:spPr bwMode="gray">
          <a:xfrm>
            <a:off x="432002" y="3268344"/>
            <a:ext cx="8555036" cy="900114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eaLnBrk="1" hangingPunct="1"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2pPr>
            <a:lvl3pPr algn="l" eaLnBrk="1" hangingPunct="1"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3pPr>
            <a:lvl4pPr algn="l" eaLnBrk="1" hangingPunct="1"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4pPr>
            <a:lvl5pPr algn="l" eaLnBrk="1" hangingPunct="1"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5pPr>
            <a:lvl6pPr algn="l" eaLnBrk="1" hangingPunct="1"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6pPr>
            <a:lvl7pPr algn="l" eaLnBrk="1" hangingPunct="1"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7pPr>
            <a:lvl8pPr algn="l" eaLnBrk="1" hangingPunct="1"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8pPr>
            <a:lvl9pPr algn="l" eaLnBrk="1" hangingPunct="1"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sz="28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Awareness campaign </a:t>
            </a:r>
          </a:p>
          <a:p>
            <a:r>
              <a:rPr lang="en-GB" sz="280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for product quality</a:t>
            </a:r>
            <a:endParaRPr lang="en-GB" sz="28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5A34614-6070-D205-9A83-A9472A3C169A}"/>
              </a:ext>
            </a:extLst>
          </p:cNvPr>
          <p:cNvSpPr txBox="1">
            <a:spLocks/>
          </p:cNvSpPr>
          <p:nvPr/>
        </p:nvSpPr>
        <p:spPr bwMode="gray">
          <a:xfrm>
            <a:off x="3029919" y="2520107"/>
            <a:ext cx="5682281" cy="720725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eaLnBrk="1" hangingPunct="1"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2pPr>
            <a:lvl3pPr algn="l" eaLnBrk="1" hangingPunct="1"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3pPr>
            <a:lvl4pPr algn="l" eaLnBrk="1" hangingPunct="1"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4pPr>
            <a:lvl5pPr algn="l" eaLnBrk="1" hangingPunct="1"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5pPr>
            <a:lvl6pPr algn="l" eaLnBrk="1" hangingPunct="1"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6pPr>
            <a:lvl7pPr algn="l" eaLnBrk="1" hangingPunct="1"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7pPr>
            <a:lvl8pPr algn="l" eaLnBrk="1" hangingPunct="1"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8pPr>
            <a:lvl9pPr algn="l" eaLnBrk="1" hangingPunct="1">
              <a:lnSpc>
                <a:spcPct val="90000"/>
              </a:lnSpc>
              <a:defRPr sz="3600" b="1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sz="3600" i="1">
                <a:latin typeface="Aptos" panose="020B0004020202020204" pitchFamily="34" charset="0"/>
                <a:cs typeface="Arial" panose="020B0604020202020204" pitchFamily="34" charset="0"/>
              </a:rPr>
              <a:t>…or not yet enough?</a:t>
            </a:r>
            <a:endParaRPr lang="en-GB" sz="3600">
              <a:latin typeface="Aptos" panose="020B00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15D07-F4C3-192E-FE5A-825953D9FE1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C8F11-9762-21E0-4179-B27A7460C4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WE CARE ... not yet enough!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E036A-7708-08FA-DC84-324BC7CD90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62073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5C7BE-7933-729D-5276-E12CB032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9730686B-4DAE-68C1-F1ED-880A55152197}"/>
              </a:ext>
            </a:extLst>
          </p:cNvPr>
          <p:cNvSpPr txBox="1">
            <a:spLocks/>
          </p:cNvSpPr>
          <p:nvPr/>
        </p:nvSpPr>
        <p:spPr>
          <a:xfrm>
            <a:off x="432000" y="1831589"/>
            <a:ext cx="8280200" cy="23403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0" kern="1200">
                <a:solidFill>
                  <a:srgbClr val="2793C9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-"/>
              <a:defRPr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defRPr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+mj-lt"/>
              <a:buAutoNum type="alphaLcPeriod"/>
              <a:defRPr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 i="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 i="0" kern="1200" baseline="0">
                <a:solidFill>
                  <a:srgbClr val="2793C9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lnSpc>
                <a:spcPct val="200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en-US" sz="1400" b="1" dirty="0">
                <a:latin typeface="+mj-lt"/>
                <a:cs typeface="Arial" panose="020B0604020202020204" pitchFamily="34" charset="0"/>
              </a:rPr>
              <a:t>Complaints increase </a:t>
            </a:r>
            <a:r>
              <a:rPr lang="en-US" sz="1400" dirty="0">
                <a:latin typeface="+mj-lt"/>
                <a:cs typeface="Arial" panose="020B0604020202020204" pitchFamily="34" charset="0"/>
              </a:rPr>
              <a:t>(amount and value)</a:t>
            </a:r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Incline in </a:t>
            </a:r>
            <a:r>
              <a:rPr lang="en-US" sz="1400" b="1" dirty="0">
                <a:latin typeface="+mj-lt"/>
                <a:cs typeface="Arial" panose="020B0604020202020204" pitchFamily="34" charset="0"/>
              </a:rPr>
              <a:t>negative customer feedback to the Board</a:t>
            </a:r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Cultural study shows certain </a:t>
            </a:r>
            <a:r>
              <a:rPr lang="en-US" sz="1400" b="1" dirty="0">
                <a:latin typeface="+mj-lt"/>
                <a:cs typeface="Arial" panose="020B0604020202020204" pitchFamily="34" charset="0"/>
              </a:rPr>
              <a:t>arrogant mindset</a:t>
            </a:r>
          </a:p>
          <a:p>
            <a:pPr marL="228600" indent="-228600">
              <a:lnSpc>
                <a:spcPct val="200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Complaint handling (and other internal musts) </a:t>
            </a:r>
            <a:r>
              <a:rPr lang="en-US" sz="1400" b="1" dirty="0">
                <a:latin typeface="+mj-lt"/>
                <a:cs typeface="Arial" panose="020B0604020202020204" pitchFamily="34" charset="0"/>
              </a:rPr>
              <a:t>not taken seriously</a:t>
            </a:r>
          </a:p>
          <a:p>
            <a:pPr marL="228600" indent="-228600">
              <a:spcAft>
                <a:spcPts val="200"/>
              </a:spcAft>
              <a:buFont typeface="+mj-lt"/>
              <a:buAutoNum type="arabicPeriod"/>
            </a:pPr>
            <a:endParaRPr lang="en-US" sz="14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18024F6-6397-0067-A7A5-A5504F49C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Complaints &amp; warnings   </a:t>
            </a:r>
            <a:r>
              <a:rPr lang="en-US"/>
              <a:t>…do you know?</a:t>
            </a:r>
            <a:endParaRPr lang="de-A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0F15E5-6DC2-48EC-D1D2-1A617CDB526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noProof="0" dirty="0"/>
              <a:t>In a nutshell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81436C-77A4-BA18-15CB-EC420FE0E969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0798B49-8B76-1B23-807A-649B6300373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44F6482-E941-0588-C2C4-0DBC0F5647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0998A37-7DA0-4797-BE0F-1407C577BB96}" type="slidenum">
              <a:rPr lang="en-GB" noProof="0" smtClean="0"/>
              <a:pPr/>
              <a:t>2</a:t>
            </a:fld>
            <a:endParaRPr lang="en-GB" noProof="0"/>
          </a:p>
        </p:txBody>
      </p:sp>
      <p:pic>
        <p:nvPicPr>
          <p:cNvPr id="4" name="Graphic 3" descr="Clipboard All Crosses with solid fill">
            <a:extLst>
              <a:ext uri="{FF2B5EF4-FFF2-40B4-BE49-F238E27FC236}">
                <a16:creationId xmlns:a16="http://schemas.microsoft.com/office/drawing/2014/main" id="{10B81D98-FA4D-825C-9CD5-FC24D7126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9183" y="1608113"/>
            <a:ext cx="2098724" cy="209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6832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803FD-0659-9AD0-0E5B-332E2DF22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rrow: Right 17">
            <a:extLst>
              <a:ext uri="{FF2B5EF4-FFF2-40B4-BE49-F238E27FC236}">
                <a16:creationId xmlns:a16="http://schemas.microsoft.com/office/drawing/2014/main" id="{5B395A6C-B8AB-DF75-1C7D-52F29636FE37}"/>
              </a:ext>
            </a:extLst>
          </p:cNvPr>
          <p:cNvSpPr/>
          <p:nvPr/>
        </p:nvSpPr>
        <p:spPr bwMode="gray">
          <a:xfrm rot="3974957">
            <a:off x="-168515" y="830013"/>
            <a:ext cx="5927160" cy="4249039"/>
          </a:xfrm>
          <a:custGeom>
            <a:avLst/>
            <a:gdLst>
              <a:gd name="connsiteX0" fmla="*/ 0 w 6687729"/>
              <a:gd name="connsiteY0" fmla="*/ 329870 h 1319481"/>
              <a:gd name="connsiteX1" fmla="*/ 6027989 w 6687729"/>
              <a:gd name="connsiteY1" fmla="*/ 329870 h 1319481"/>
              <a:gd name="connsiteX2" fmla="*/ 6027989 w 6687729"/>
              <a:gd name="connsiteY2" fmla="*/ 0 h 1319481"/>
              <a:gd name="connsiteX3" fmla="*/ 6687729 w 6687729"/>
              <a:gd name="connsiteY3" fmla="*/ 659741 h 1319481"/>
              <a:gd name="connsiteX4" fmla="*/ 6027989 w 6687729"/>
              <a:gd name="connsiteY4" fmla="*/ 1319481 h 1319481"/>
              <a:gd name="connsiteX5" fmla="*/ 6027989 w 6687729"/>
              <a:gd name="connsiteY5" fmla="*/ 989611 h 1319481"/>
              <a:gd name="connsiteX6" fmla="*/ 0 w 6687729"/>
              <a:gd name="connsiteY6" fmla="*/ 989611 h 1319481"/>
              <a:gd name="connsiteX7" fmla="*/ 0 w 6687729"/>
              <a:gd name="connsiteY7" fmla="*/ 329870 h 1319481"/>
              <a:gd name="connsiteX0" fmla="*/ 0 w 6687729"/>
              <a:gd name="connsiteY0" fmla="*/ 329870 h 4249039"/>
              <a:gd name="connsiteX1" fmla="*/ 6027989 w 6687729"/>
              <a:gd name="connsiteY1" fmla="*/ 329870 h 4249039"/>
              <a:gd name="connsiteX2" fmla="*/ 6027989 w 6687729"/>
              <a:gd name="connsiteY2" fmla="*/ 0 h 4249039"/>
              <a:gd name="connsiteX3" fmla="*/ 6687729 w 6687729"/>
              <a:gd name="connsiteY3" fmla="*/ 659741 h 4249039"/>
              <a:gd name="connsiteX4" fmla="*/ 6027989 w 6687729"/>
              <a:gd name="connsiteY4" fmla="*/ 1319481 h 4249039"/>
              <a:gd name="connsiteX5" fmla="*/ 6027989 w 6687729"/>
              <a:gd name="connsiteY5" fmla="*/ 989611 h 4249039"/>
              <a:gd name="connsiteX6" fmla="*/ 1593275 w 6687729"/>
              <a:gd name="connsiteY6" fmla="*/ 4249039 h 4249039"/>
              <a:gd name="connsiteX7" fmla="*/ 0 w 6687729"/>
              <a:gd name="connsiteY7" fmla="*/ 329870 h 4249039"/>
              <a:gd name="connsiteX0" fmla="*/ 0 w 6687729"/>
              <a:gd name="connsiteY0" fmla="*/ 329870 h 4249039"/>
              <a:gd name="connsiteX1" fmla="*/ 6027989 w 6687729"/>
              <a:gd name="connsiteY1" fmla="*/ 329870 h 4249039"/>
              <a:gd name="connsiteX2" fmla="*/ 6027989 w 6687729"/>
              <a:gd name="connsiteY2" fmla="*/ 0 h 4249039"/>
              <a:gd name="connsiteX3" fmla="*/ 6687729 w 6687729"/>
              <a:gd name="connsiteY3" fmla="*/ 659741 h 4249039"/>
              <a:gd name="connsiteX4" fmla="*/ 6027989 w 6687729"/>
              <a:gd name="connsiteY4" fmla="*/ 1319481 h 4249039"/>
              <a:gd name="connsiteX5" fmla="*/ 6027989 w 6687729"/>
              <a:gd name="connsiteY5" fmla="*/ 989611 h 4249039"/>
              <a:gd name="connsiteX6" fmla="*/ 1593275 w 6687729"/>
              <a:gd name="connsiteY6" fmla="*/ 4249039 h 4249039"/>
              <a:gd name="connsiteX7" fmla="*/ 0 w 6687729"/>
              <a:gd name="connsiteY7" fmla="*/ 329870 h 4249039"/>
              <a:gd name="connsiteX0" fmla="*/ 0 w 6687729"/>
              <a:gd name="connsiteY0" fmla="*/ 329870 h 4249039"/>
              <a:gd name="connsiteX1" fmla="*/ 6027989 w 6687729"/>
              <a:gd name="connsiteY1" fmla="*/ 329870 h 4249039"/>
              <a:gd name="connsiteX2" fmla="*/ 6027989 w 6687729"/>
              <a:gd name="connsiteY2" fmla="*/ 0 h 4249039"/>
              <a:gd name="connsiteX3" fmla="*/ 6687729 w 6687729"/>
              <a:gd name="connsiteY3" fmla="*/ 659741 h 4249039"/>
              <a:gd name="connsiteX4" fmla="*/ 6027989 w 6687729"/>
              <a:gd name="connsiteY4" fmla="*/ 1319481 h 4249039"/>
              <a:gd name="connsiteX5" fmla="*/ 6027989 w 6687729"/>
              <a:gd name="connsiteY5" fmla="*/ 989611 h 4249039"/>
              <a:gd name="connsiteX6" fmla="*/ 1593275 w 6687729"/>
              <a:gd name="connsiteY6" fmla="*/ 4249039 h 4249039"/>
              <a:gd name="connsiteX7" fmla="*/ 0 w 6687729"/>
              <a:gd name="connsiteY7" fmla="*/ 329870 h 4249039"/>
              <a:gd name="connsiteX0" fmla="*/ 0 w 6687729"/>
              <a:gd name="connsiteY0" fmla="*/ 329870 h 4249039"/>
              <a:gd name="connsiteX1" fmla="*/ 6027989 w 6687729"/>
              <a:gd name="connsiteY1" fmla="*/ 329870 h 4249039"/>
              <a:gd name="connsiteX2" fmla="*/ 6027989 w 6687729"/>
              <a:gd name="connsiteY2" fmla="*/ 0 h 4249039"/>
              <a:gd name="connsiteX3" fmla="*/ 6687729 w 6687729"/>
              <a:gd name="connsiteY3" fmla="*/ 659741 h 4249039"/>
              <a:gd name="connsiteX4" fmla="*/ 6027989 w 6687729"/>
              <a:gd name="connsiteY4" fmla="*/ 1319481 h 4249039"/>
              <a:gd name="connsiteX5" fmla="*/ 6027989 w 6687729"/>
              <a:gd name="connsiteY5" fmla="*/ 989611 h 4249039"/>
              <a:gd name="connsiteX6" fmla="*/ 1593275 w 6687729"/>
              <a:gd name="connsiteY6" fmla="*/ 4249039 h 4249039"/>
              <a:gd name="connsiteX7" fmla="*/ 0 w 6687729"/>
              <a:gd name="connsiteY7" fmla="*/ 329870 h 4249039"/>
              <a:gd name="connsiteX0" fmla="*/ 0 w 5927160"/>
              <a:gd name="connsiteY0" fmla="*/ 3873223 h 4249039"/>
              <a:gd name="connsiteX1" fmla="*/ 5267420 w 5927160"/>
              <a:gd name="connsiteY1" fmla="*/ 329870 h 4249039"/>
              <a:gd name="connsiteX2" fmla="*/ 5267420 w 5927160"/>
              <a:gd name="connsiteY2" fmla="*/ 0 h 4249039"/>
              <a:gd name="connsiteX3" fmla="*/ 5927160 w 5927160"/>
              <a:gd name="connsiteY3" fmla="*/ 659741 h 4249039"/>
              <a:gd name="connsiteX4" fmla="*/ 5267420 w 5927160"/>
              <a:gd name="connsiteY4" fmla="*/ 1319481 h 4249039"/>
              <a:gd name="connsiteX5" fmla="*/ 5267420 w 5927160"/>
              <a:gd name="connsiteY5" fmla="*/ 989611 h 4249039"/>
              <a:gd name="connsiteX6" fmla="*/ 832706 w 5927160"/>
              <a:gd name="connsiteY6" fmla="*/ 4249039 h 4249039"/>
              <a:gd name="connsiteX7" fmla="*/ 0 w 5927160"/>
              <a:gd name="connsiteY7" fmla="*/ 3873223 h 4249039"/>
              <a:gd name="connsiteX0" fmla="*/ 0 w 5927160"/>
              <a:gd name="connsiteY0" fmla="*/ 3873223 h 4249039"/>
              <a:gd name="connsiteX1" fmla="*/ 5267420 w 5927160"/>
              <a:gd name="connsiteY1" fmla="*/ 329870 h 4249039"/>
              <a:gd name="connsiteX2" fmla="*/ 5267420 w 5927160"/>
              <a:gd name="connsiteY2" fmla="*/ 0 h 4249039"/>
              <a:gd name="connsiteX3" fmla="*/ 5927160 w 5927160"/>
              <a:gd name="connsiteY3" fmla="*/ 659741 h 4249039"/>
              <a:gd name="connsiteX4" fmla="*/ 5267420 w 5927160"/>
              <a:gd name="connsiteY4" fmla="*/ 1319481 h 4249039"/>
              <a:gd name="connsiteX5" fmla="*/ 5267420 w 5927160"/>
              <a:gd name="connsiteY5" fmla="*/ 989611 h 4249039"/>
              <a:gd name="connsiteX6" fmla="*/ 832706 w 5927160"/>
              <a:gd name="connsiteY6" fmla="*/ 4249039 h 4249039"/>
              <a:gd name="connsiteX7" fmla="*/ 0 w 5927160"/>
              <a:gd name="connsiteY7" fmla="*/ 3873223 h 4249039"/>
              <a:gd name="connsiteX0" fmla="*/ 0 w 5927160"/>
              <a:gd name="connsiteY0" fmla="*/ 3873223 h 4249039"/>
              <a:gd name="connsiteX1" fmla="*/ 5267420 w 5927160"/>
              <a:gd name="connsiteY1" fmla="*/ 329870 h 4249039"/>
              <a:gd name="connsiteX2" fmla="*/ 5267420 w 5927160"/>
              <a:gd name="connsiteY2" fmla="*/ 0 h 4249039"/>
              <a:gd name="connsiteX3" fmla="*/ 5927160 w 5927160"/>
              <a:gd name="connsiteY3" fmla="*/ 659741 h 4249039"/>
              <a:gd name="connsiteX4" fmla="*/ 5267420 w 5927160"/>
              <a:gd name="connsiteY4" fmla="*/ 1319481 h 4249039"/>
              <a:gd name="connsiteX5" fmla="*/ 5267420 w 5927160"/>
              <a:gd name="connsiteY5" fmla="*/ 989611 h 4249039"/>
              <a:gd name="connsiteX6" fmla="*/ 832706 w 5927160"/>
              <a:gd name="connsiteY6" fmla="*/ 4249039 h 4249039"/>
              <a:gd name="connsiteX7" fmla="*/ 0 w 5927160"/>
              <a:gd name="connsiteY7" fmla="*/ 3873223 h 4249039"/>
              <a:gd name="connsiteX0" fmla="*/ 0 w 5927160"/>
              <a:gd name="connsiteY0" fmla="*/ 3873223 h 4249039"/>
              <a:gd name="connsiteX1" fmla="*/ 5267420 w 5927160"/>
              <a:gd name="connsiteY1" fmla="*/ 329870 h 4249039"/>
              <a:gd name="connsiteX2" fmla="*/ 5267420 w 5927160"/>
              <a:gd name="connsiteY2" fmla="*/ 0 h 4249039"/>
              <a:gd name="connsiteX3" fmla="*/ 5927160 w 5927160"/>
              <a:gd name="connsiteY3" fmla="*/ 659741 h 4249039"/>
              <a:gd name="connsiteX4" fmla="*/ 5267420 w 5927160"/>
              <a:gd name="connsiteY4" fmla="*/ 1319481 h 4249039"/>
              <a:gd name="connsiteX5" fmla="*/ 5267420 w 5927160"/>
              <a:gd name="connsiteY5" fmla="*/ 989611 h 4249039"/>
              <a:gd name="connsiteX6" fmla="*/ 832706 w 5927160"/>
              <a:gd name="connsiteY6" fmla="*/ 4249039 h 4249039"/>
              <a:gd name="connsiteX7" fmla="*/ 0 w 5927160"/>
              <a:gd name="connsiteY7" fmla="*/ 3873223 h 4249039"/>
              <a:gd name="connsiteX0" fmla="*/ 0 w 5927160"/>
              <a:gd name="connsiteY0" fmla="*/ 3873223 h 4249039"/>
              <a:gd name="connsiteX1" fmla="*/ 5267420 w 5927160"/>
              <a:gd name="connsiteY1" fmla="*/ 329870 h 4249039"/>
              <a:gd name="connsiteX2" fmla="*/ 5267420 w 5927160"/>
              <a:gd name="connsiteY2" fmla="*/ 0 h 4249039"/>
              <a:gd name="connsiteX3" fmla="*/ 5927160 w 5927160"/>
              <a:gd name="connsiteY3" fmla="*/ 659741 h 4249039"/>
              <a:gd name="connsiteX4" fmla="*/ 5267420 w 5927160"/>
              <a:gd name="connsiteY4" fmla="*/ 1319481 h 4249039"/>
              <a:gd name="connsiteX5" fmla="*/ 5267420 w 5927160"/>
              <a:gd name="connsiteY5" fmla="*/ 989611 h 4249039"/>
              <a:gd name="connsiteX6" fmla="*/ 832706 w 5927160"/>
              <a:gd name="connsiteY6" fmla="*/ 4249039 h 4249039"/>
              <a:gd name="connsiteX7" fmla="*/ 0 w 5927160"/>
              <a:gd name="connsiteY7" fmla="*/ 3873223 h 4249039"/>
              <a:gd name="connsiteX0" fmla="*/ 0 w 5927160"/>
              <a:gd name="connsiteY0" fmla="*/ 3873223 h 4249039"/>
              <a:gd name="connsiteX1" fmla="*/ 5267420 w 5927160"/>
              <a:gd name="connsiteY1" fmla="*/ 329870 h 4249039"/>
              <a:gd name="connsiteX2" fmla="*/ 5267420 w 5927160"/>
              <a:gd name="connsiteY2" fmla="*/ 0 h 4249039"/>
              <a:gd name="connsiteX3" fmla="*/ 5927160 w 5927160"/>
              <a:gd name="connsiteY3" fmla="*/ 659741 h 4249039"/>
              <a:gd name="connsiteX4" fmla="*/ 5267420 w 5927160"/>
              <a:gd name="connsiteY4" fmla="*/ 1319481 h 4249039"/>
              <a:gd name="connsiteX5" fmla="*/ 5267420 w 5927160"/>
              <a:gd name="connsiteY5" fmla="*/ 989611 h 4249039"/>
              <a:gd name="connsiteX6" fmla="*/ 832706 w 5927160"/>
              <a:gd name="connsiteY6" fmla="*/ 4249039 h 4249039"/>
              <a:gd name="connsiteX7" fmla="*/ 0 w 5927160"/>
              <a:gd name="connsiteY7" fmla="*/ 3873223 h 424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7160" h="4249039">
                <a:moveTo>
                  <a:pt x="0" y="3873223"/>
                </a:moveTo>
                <a:cubicBezTo>
                  <a:pt x="1392975" y="746085"/>
                  <a:pt x="2827310" y="507185"/>
                  <a:pt x="5267420" y="329870"/>
                </a:cubicBezTo>
                <a:lnTo>
                  <a:pt x="5267420" y="0"/>
                </a:lnTo>
                <a:lnTo>
                  <a:pt x="5927160" y="659741"/>
                </a:lnTo>
                <a:lnTo>
                  <a:pt x="5267420" y="1319481"/>
                </a:lnTo>
                <a:lnTo>
                  <a:pt x="5267420" y="989611"/>
                </a:lnTo>
                <a:cubicBezTo>
                  <a:pt x="2713062" y="1289319"/>
                  <a:pt x="1989758" y="1600285"/>
                  <a:pt x="832706" y="4249039"/>
                </a:cubicBezTo>
                <a:lnTo>
                  <a:pt x="0" y="3873223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03DDFB-C73E-3654-3DA1-37C72ADAF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/>
              <a:t>Current Challenges</a:t>
            </a:r>
            <a:r>
              <a:rPr lang="en-US" noProof="0"/>
              <a:t>: WHY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B81E4F-A40A-9260-C1BA-CA5B6C48F99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53D6DD-C1A1-3E55-095C-748A7049B79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EC4F5-E575-330A-B702-A8D5823AD22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0998A37-7DA0-4797-BE0F-1407C577BB96}" type="slidenum">
              <a:rPr lang="en-GB" noProof="0" smtClean="0"/>
              <a:pPr/>
              <a:t>3</a:t>
            </a:fld>
            <a:endParaRPr lang="en-GB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859BF3-B936-1BB2-10B6-DFF762DA97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The consequence ladder </a:t>
            </a:r>
            <a:r>
              <a:rPr lang="en-US" b="1"/>
              <a:t>downwards</a:t>
            </a:r>
            <a:r>
              <a:rPr lang="en-US"/>
              <a:t> if we fail in quality</a:t>
            </a:r>
            <a:endParaRPr lang="de-A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BE33E5-C93D-8EB0-DB84-41AA4BD978AC}"/>
              </a:ext>
            </a:extLst>
          </p:cNvPr>
          <p:cNvSpPr/>
          <p:nvPr/>
        </p:nvSpPr>
        <p:spPr bwMode="gray">
          <a:xfrm>
            <a:off x="432000" y="1504950"/>
            <a:ext cx="3017520" cy="457200"/>
          </a:xfrm>
          <a:prstGeom prst="rect">
            <a:avLst/>
          </a:prstGeom>
          <a:solidFill>
            <a:srgbClr val="004D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72000" bIns="72000" rtlCol="0" anchor="ctr"/>
          <a:lstStyle/>
          <a:p>
            <a:r>
              <a:rPr lang="en-US" sz="1400" b="1" noProof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Complaints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B51DFD-725E-3DFB-13E9-96A28459520F}"/>
              </a:ext>
            </a:extLst>
          </p:cNvPr>
          <p:cNvSpPr/>
          <p:nvPr/>
        </p:nvSpPr>
        <p:spPr bwMode="gray">
          <a:xfrm>
            <a:off x="1309113" y="1995809"/>
            <a:ext cx="3017520" cy="457200"/>
          </a:xfrm>
          <a:prstGeom prst="rect">
            <a:avLst/>
          </a:prstGeom>
          <a:solidFill>
            <a:srgbClr val="204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72000" bIns="72000" rtlCol="0" anchor="ctr"/>
          <a:lstStyle/>
          <a:p>
            <a:r>
              <a:rPr lang="en-US" sz="1400" b="1" noProof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Increased effort </a:t>
            </a:r>
            <a:br>
              <a:rPr lang="en-US" sz="1400" noProof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</a:br>
            <a:r>
              <a:rPr lang="en-US" sz="1400" noProof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for complaint administration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86159D-D3BA-71DE-B983-18DC3F20B6C5}"/>
              </a:ext>
            </a:extLst>
          </p:cNvPr>
          <p:cNvSpPr/>
          <p:nvPr/>
        </p:nvSpPr>
        <p:spPr bwMode="gray">
          <a:xfrm>
            <a:off x="3063339" y="2977527"/>
            <a:ext cx="3017520" cy="457200"/>
          </a:xfrm>
          <a:prstGeom prst="rect">
            <a:avLst/>
          </a:prstGeom>
          <a:solidFill>
            <a:srgbClr val="6026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72000" bIns="72000" rtlCol="0" anchor="ctr"/>
          <a:lstStyle/>
          <a:p>
            <a:r>
              <a:rPr lang="en-US" sz="1400" b="1" noProof="0">
                <a:solidFill>
                  <a:schemeClr val="bg1"/>
                </a:solidFill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Flight of staff</a:t>
            </a:r>
            <a:endParaRPr lang="en-US" sz="1400" b="1" noProof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3F0147-EDE1-CBAF-20BD-8ECB2F6A58F3}"/>
              </a:ext>
            </a:extLst>
          </p:cNvPr>
          <p:cNvSpPr/>
          <p:nvPr/>
        </p:nvSpPr>
        <p:spPr bwMode="gray">
          <a:xfrm>
            <a:off x="3940452" y="3468386"/>
            <a:ext cx="3017520" cy="457200"/>
          </a:xfrm>
          <a:prstGeom prst="rect">
            <a:avLst/>
          </a:prstGeom>
          <a:solidFill>
            <a:srgbClr val="801A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72000" bIns="72000" rtlCol="0" anchor="ctr"/>
          <a:lstStyle/>
          <a:p>
            <a:r>
              <a:rPr lang="en-US" sz="1400" b="1" noProof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More complaints </a:t>
            </a:r>
            <a:r>
              <a:rPr lang="en-US" sz="1400" noProof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/ quality costs; Customer audits &amp; transparency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79CA2D-F2F5-B7AD-F8A7-4425D1527C93}"/>
              </a:ext>
            </a:extLst>
          </p:cNvPr>
          <p:cNvSpPr/>
          <p:nvPr/>
        </p:nvSpPr>
        <p:spPr bwMode="gray">
          <a:xfrm>
            <a:off x="4817565" y="3959245"/>
            <a:ext cx="3017520" cy="457200"/>
          </a:xfrm>
          <a:prstGeom prst="rect">
            <a:avLst/>
          </a:prstGeom>
          <a:solidFill>
            <a:srgbClr val="A00D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72000" bIns="72000" rtlCol="0" anchor="ctr"/>
          <a:lstStyle/>
          <a:p>
            <a:r>
              <a:rPr lang="en-US" sz="1400" b="1" noProof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Customer dissatisfaction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BCB7C4-7127-1E9C-F1DC-4C5CD4BE2306}"/>
              </a:ext>
            </a:extLst>
          </p:cNvPr>
          <p:cNvSpPr/>
          <p:nvPr/>
        </p:nvSpPr>
        <p:spPr bwMode="gray">
          <a:xfrm>
            <a:off x="5694680" y="4462691"/>
            <a:ext cx="301752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72000" bIns="72000" rtlCol="0" anchor="ctr"/>
          <a:lstStyle/>
          <a:p>
            <a:r>
              <a:rPr lang="en-US" sz="1400" b="1" noProof="0">
                <a:latin typeface="+mj-lt"/>
                <a:cs typeface="Arial" panose="020B0604020202020204" pitchFamily="34" charset="0"/>
              </a:rPr>
              <a:t>Loss of business </a:t>
            </a:r>
            <a:r>
              <a:rPr lang="en-US" sz="1400" noProof="0">
                <a:latin typeface="+mj-lt"/>
                <a:cs typeface="Arial" panose="020B0604020202020204" pitchFamily="34" charset="0"/>
              </a:rPr>
              <a:t>(no Horizon 10)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23B962-F71E-23F9-C2FB-EFF530F15450}"/>
              </a:ext>
            </a:extLst>
          </p:cNvPr>
          <p:cNvSpPr/>
          <p:nvPr/>
        </p:nvSpPr>
        <p:spPr bwMode="gray">
          <a:xfrm>
            <a:off x="2186226" y="2486668"/>
            <a:ext cx="3017520" cy="457200"/>
          </a:xfrm>
          <a:prstGeom prst="rect">
            <a:avLst/>
          </a:prstGeom>
          <a:solidFill>
            <a:srgbClr val="403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72000" bIns="72000" rtlCol="0" anchor="ctr"/>
          <a:lstStyle/>
          <a:p>
            <a:r>
              <a:rPr lang="en-US" sz="1400" noProof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More quality </a:t>
            </a:r>
            <a:r>
              <a:rPr lang="en-US" sz="1400" b="1" noProof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issues &amp; stress</a:t>
            </a:r>
          </a:p>
        </p:txBody>
      </p:sp>
    </p:spTree>
    <p:extLst>
      <p:ext uri="{BB962C8B-B14F-4D97-AF65-F5344CB8AC3E}">
        <p14:creationId xmlns:p14="http://schemas.microsoft.com/office/powerpoint/2010/main" val="36578041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B1BCD-B4F4-D921-617A-51EB7E4BC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rrow: Right 17">
            <a:extLst>
              <a:ext uri="{FF2B5EF4-FFF2-40B4-BE49-F238E27FC236}">
                <a16:creationId xmlns:a16="http://schemas.microsoft.com/office/drawing/2014/main" id="{3221CED7-15EE-04C8-6371-70A043B02003}"/>
              </a:ext>
            </a:extLst>
          </p:cNvPr>
          <p:cNvSpPr/>
          <p:nvPr/>
        </p:nvSpPr>
        <p:spPr bwMode="gray">
          <a:xfrm rot="19388073" flipV="1">
            <a:off x="-444788" y="-598938"/>
            <a:ext cx="8110321" cy="4249039"/>
          </a:xfrm>
          <a:custGeom>
            <a:avLst/>
            <a:gdLst>
              <a:gd name="connsiteX0" fmla="*/ 0 w 6687729"/>
              <a:gd name="connsiteY0" fmla="*/ 329870 h 1319481"/>
              <a:gd name="connsiteX1" fmla="*/ 6027989 w 6687729"/>
              <a:gd name="connsiteY1" fmla="*/ 329870 h 1319481"/>
              <a:gd name="connsiteX2" fmla="*/ 6027989 w 6687729"/>
              <a:gd name="connsiteY2" fmla="*/ 0 h 1319481"/>
              <a:gd name="connsiteX3" fmla="*/ 6687729 w 6687729"/>
              <a:gd name="connsiteY3" fmla="*/ 659741 h 1319481"/>
              <a:gd name="connsiteX4" fmla="*/ 6027989 w 6687729"/>
              <a:gd name="connsiteY4" fmla="*/ 1319481 h 1319481"/>
              <a:gd name="connsiteX5" fmla="*/ 6027989 w 6687729"/>
              <a:gd name="connsiteY5" fmla="*/ 989611 h 1319481"/>
              <a:gd name="connsiteX6" fmla="*/ 0 w 6687729"/>
              <a:gd name="connsiteY6" fmla="*/ 989611 h 1319481"/>
              <a:gd name="connsiteX7" fmla="*/ 0 w 6687729"/>
              <a:gd name="connsiteY7" fmla="*/ 329870 h 1319481"/>
              <a:gd name="connsiteX0" fmla="*/ 0 w 6687729"/>
              <a:gd name="connsiteY0" fmla="*/ 329870 h 4249039"/>
              <a:gd name="connsiteX1" fmla="*/ 6027989 w 6687729"/>
              <a:gd name="connsiteY1" fmla="*/ 329870 h 4249039"/>
              <a:gd name="connsiteX2" fmla="*/ 6027989 w 6687729"/>
              <a:gd name="connsiteY2" fmla="*/ 0 h 4249039"/>
              <a:gd name="connsiteX3" fmla="*/ 6687729 w 6687729"/>
              <a:gd name="connsiteY3" fmla="*/ 659741 h 4249039"/>
              <a:gd name="connsiteX4" fmla="*/ 6027989 w 6687729"/>
              <a:gd name="connsiteY4" fmla="*/ 1319481 h 4249039"/>
              <a:gd name="connsiteX5" fmla="*/ 6027989 w 6687729"/>
              <a:gd name="connsiteY5" fmla="*/ 989611 h 4249039"/>
              <a:gd name="connsiteX6" fmla="*/ 1593275 w 6687729"/>
              <a:gd name="connsiteY6" fmla="*/ 4249039 h 4249039"/>
              <a:gd name="connsiteX7" fmla="*/ 0 w 6687729"/>
              <a:gd name="connsiteY7" fmla="*/ 329870 h 4249039"/>
              <a:gd name="connsiteX0" fmla="*/ 0 w 6687729"/>
              <a:gd name="connsiteY0" fmla="*/ 329870 h 4249039"/>
              <a:gd name="connsiteX1" fmla="*/ 6027989 w 6687729"/>
              <a:gd name="connsiteY1" fmla="*/ 329870 h 4249039"/>
              <a:gd name="connsiteX2" fmla="*/ 6027989 w 6687729"/>
              <a:gd name="connsiteY2" fmla="*/ 0 h 4249039"/>
              <a:gd name="connsiteX3" fmla="*/ 6687729 w 6687729"/>
              <a:gd name="connsiteY3" fmla="*/ 659741 h 4249039"/>
              <a:gd name="connsiteX4" fmla="*/ 6027989 w 6687729"/>
              <a:gd name="connsiteY4" fmla="*/ 1319481 h 4249039"/>
              <a:gd name="connsiteX5" fmla="*/ 6027989 w 6687729"/>
              <a:gd name="connsiteY5" fmla="*/ 989611 h 4249039"/>
              <a:gd name="connsiteX6" fmla="*/ 1593275 w 6687729"/>
              <a:gd name="connsiteY6" fmla="*/ 4249039 h 4249039"/>
              <a:gd name="connsiteX7" fmla="*/ 0 w 6687729"/>
              <a:gd name="connsiteY7" fmla="*/ 329870 h 4249039"/>
              <a:gd name="connsiteX0" fmla="*/ 0 w 6687729"/>
              <a:gd name="connsiteY0" fmla="*/ 329870 h 4249039"/>
              <a:gd name="connsiteX1" fmla="*/ 6027989 w 6687729"/>
              <a:gd name="connsiteY1" fmla="*/ 329870 h 4249039"/>
              <a:gd name="connsiteX2" fmla="*/ 6027989 w 6687729"/>
              <a:gd name="connsiteY2" fmla="*/ 0 h 4249039"/>
              <a:gd name="connsiteX3" fmla="*/ 6687729 w 6687729"/>
              <a:gd name="connsiteY3" fmla="*/ 659741 h 4249039"/>
              <a:gd name="connsiteX4" fmla="*/ 6027989 w 6687729"/>
              <a:gd name="connsiteY4" fmla="*/ 1319481 h 4249039"/>
              <a:gd name="connsiteX5" fmla="*/ 6027989 w 6687729"/>
              <a:gd name="connsiteY5" fmla="*/ 989611 h 4249039"/>
              <a:gd name="connsiteX6" fmla="*/ 1593275 w 6687729"/>
              <a:gd name="connsiteY6" fmla="*/ 4249039 h 4249039"/>
              <a:gd name="connsiteX7" fmla="*/ 0 w 6687729"/>
              <a:gd name="connsiteY7" fmla="*/ 329870 h 4249039"/>
              <a:gd name="connsiteX0" fmla="*/ 0 w 6687729"/>
              <a:gd name="connsiteY0" fmla="*/ 329870 h 4249039"/>
              <a:gd name="connsiteX1" fmla="*/ 6027989 w 6687729"/>
              <a:gd name="connsiteY1" fmla="*/ 329870 h 4249039"/>
              <a:gd name="connsiteX2" fmla="*/ 6027989 w 6687729"/>
              <a:gd name="connsiteY2" fmla="*/ 0 h 4249039"/>
              <a:gd name="connsiteX3" fmla="*/ 6687729 w 6687729"/>
              <a:gd name="connsiteY3" fmla="*/ 659741 h 4249039"/>
              <a:gd name="connsiteX4" fmla="*/ 6027989 w 6687729"/>
              <a:gd name="connsiteY4" fmla="*/ 1319481 h 4249039"/>
              <a:gd name="connsiteX5" fmla="*/ 6027989 w 6687729"/>
              <a:gd name="connsiteY5" fmla="*/ 989611 h 4249039"/>
              <a:gd name="connsiteX6" fmla="*/ 1593275 w 6687729"/>
              <a:gd name="connsiteY6" fmla="*/ 4249039 h 4249039"/>
              <a:gd name="connsiteX7" fmla="*/ 0 w 6687729"/>
              <a:gd name="connsiteY7" fmla="*/ 329870 h 4249039"/>
              <a:gd name="connsiteX0" fmla="*/ 0 w 5927160"/>
              <a:gd name="connsiteY0" fmla="*/ 3873223 h 4249039"/>
              <a:gd name="connsiteX1" fmla="*/ 5267420 w 5927160"/>
              <a:gd name="connsiteY1" fmla="*/ 329870 h 4249039"/>
              <a:gd name="connsiteX2" fmla="*/ 5267420 w 5927160"/>
              <a:gd name="connsiteY2" fmla="*/ 0 h 4249039"/>
              <a:gd name="connsiteX3" fmla="*/ 5927160 w 5927160"/>
              <a:gd name="connsiteY3" fmla="*/ 659741 h 4249039"/>
              <a:gd name="connsiteX4" fmla="*/ 5267420 w 5927160"/>
              <a:gd name="connsiteY4" fmla="*/ 1319481 h 4249039"/>
              <a:gd name="connsiteX5" fmla="*/ 5267420 w 5927160"/>
              <a:gd name="connsiteY5" fmla="*/ 989611 h 4249039"/>
              <a:gd name="connsiteX6" fmla="*/ 832706 w 5927160"/>
              <a:gd name="connsiteY6" fmla="*/ 4249039 h 4249039"/>
              <a:gd name="connsiteX7" fmla="*/ 0 w 5927160"/>
              <a:gd name="connsiteY7" fmla="*/ 3873223 h 4249039"/>
              <a:gd name="connsiteX0" fmla="*/ 0 w 5927160"/>
              <a:gd name="connsiteY0" fmla="*/ 3873223 h 4249039"/>
              <a:gd name="connsiteX1" fmla="*/ 5267420 w 5927160"/>
              <a:gd name="connsiteY1" fmla="*/ 329870 h 4249039"/>
              <a:gd name="connsiteX2" fmla="*/ 5267420 w 5927160"/>
              <a:gd name="connsiteY2" fmla="*/ 0 h 4249039"/>
              <a:gd name="connsiteX3" fmla="*/ 5927160 w 5927160"/>
              <a:gd name="connsiteY3" fmla="*/ 659741 h 4249039"/>
              <a:gd name="connsiteX4" fmla="*/ 5267420 w 5927160"/>
              <a:gd name="connsiteY4" fmla="*/ 1319481 h 4249039"/>
              <a:gd name="connsiteX5" fmla="*/ 5267420 w 5927160"/>
              <a:gd name="connsiteY5" fmla="*/ 989611 h 4249039"/>
              <a:gd name="connsiteX6" fmla="*/ 832706 w 5927160"/>
              <a:gd name="connsiteY6" fmla="*/ 4249039 h 4249039"/>
              <a:gd name="connsiteX7" fmla="*/ 0 w 5927160"/>
              <a:gd name="connsiteY7" fmla="*/ 3873223 h 4249039"/>
              <a:gd name="connsiteX0" fmla="*/ 0 w 5927160"/>
              <a:gd name="connsiteY0" fmla="*/ 3873223 h 4249039"/>
              <a:gd name="connsiteX1" fmla="*/ 5267420 w 5927160"/>
              <a:gd name="connsiteY1" fmla="*/ 329870 h 4249039"/>
              <a:gd name="connsiteX2" fmla="*/ 5267420 w 5927160"/>
              <a:gd name="connsiteY2" fmla="*/ 0 h 4249039"/>
              <a:gd name="connsiteX3" fmla="*/ 5927160 w 5927160"/>
              <a:gd name="connsiteY3" fmla="*/ 659741 h 4249039"/>
              <a:gd name="connsiteX4" fmla="*/ 5267420 w 5927160"/>
              <a:gd name="connsiteY4" fmla="*/ 1319481 h 4249039"/>
              <a:gd name="connsiteX5" fmla="*/ 5267420 w 5927160"/>
              <a:gd name="connsiteY5" fmla="*/ 989611 h 4249039"/>
              <a:gd name="connsiteX6" fmla="*/ 832706 w 5927160"/>
              <a:gd name="connsiteY6" fmla="*/ 4249039 h 4249039"/>
              <a:gd name="connsiteX7" fmla="*/ 0 w 5927160"/>
              <a:gd name="connsiteY7" fmla="*/ 3873223 h 4249039"/>
              <a:gd name="connsiteX0" fmla="*/ 0 w 5927160"/>
              <a:gd name="connsiteY0" fmla="*/ 3873223 h 4249039"/>
              <a:gd name="connsiteX1" fmla="*/ 5267420 w 5927160"/>
              <a:gd name="connsiteY1" fmla="*/ 329870 h 4249039"/>
              <a:gd name="connsiteX2" fmla="*/ 5267420 w 5927160"/>
              <a:gd name="connsiteY2" fmla="*/ 0 h 4249039"/>
              <a:gd name="connsiteX3" fmla="*/ 5927160 w 5927160"/>
              <a:gd name="connsiteY3" fmla="*/ 659741 h 4249039"/>
              <a:gd name="connsiteX4" fmla="*/ 5267420 w 5927160"/>
              <a:gd name="connsiteY4" fmla="*/ 1319481 h 4249039"/>
              <a:gd name="connsiteX5" fmla="*/ 5267420 w 5927160"/>
              <a:gd name="connsiteY5" fmla="*/ 989611 h 4249039"/>
              <a:gd name="connsiteX6" fmla="*/ 832706 w 5927160"/>
              <a:gd name="connsiteY6" fmla="*/ 4249039 h 4249039"/>
              <a:gd name="connsiteX7" fmla="*/ 0 w 5927160"/>
              <a:gd name="connsiteY7" fmla="*/ 3873223 h 4249039"/>
              <a:gd name="connsiteX0" fmla="*/ 0 w 5927160"/>
              <a:gd name="connsiteY0" fmla="*/ 3873223 h 4249039"/>
              <a:gd name="connsiteX1" fmla="*/ 5267420 w 5927160"/>
              <a:gd name="connsiteY1" fmla="*/ 329870 h 4249039"/>
              <a:gd name="connsiteX2" fmla="*/ 5267420 w 5927160"/>
              <a:gd name="connsiteY2" fmla="*/ 0 h 4249039"/>
              <a:gd name="connsiteX3" fmla="*/ 5927160 w 5927160"/>
              <a:gd name="connsiteY3" fmla="*/ 659741 h 4249039"/>
              <a:gd name="connsiteX4" fmla="*/ 5267420 w 5927160"/>
              <a:gd name="connsiteY4" fmla="*/ 1319481 h 4249039"/>
              <a:gd name="connsiteX5" fmla="*/ 5267420 w 5927160"/>
              <a:gd name="connsiteY5" fmla="*/ 989611 h 4249039"/>
              <a:gd name="connsiteX6" fmla="*/ 832706 w 5927160"/>
              <a:gd name="connsiteY6" fmla="*/ 4249039 h 4249039"/>
              <a:gd name="connsiteX7" fmla="*/ 0 w 5927160"/>
              <a:gd name="connsiteY7" fmla="*/ 3873223 h 4249039"/>
              <a:gd name="connsiteX0" fmla="*/ 0 w 5927160"/>
              <a:gd name="connsiteY0" fmla="*/ 3873223 h 4249039"/>
              <a:gd name="connsiteX1" fmla="*/ 5267420 w 5927160"/>
              <a:gd name="connsiteY1" fmla="*/ 329870 h 4249039"/>
              <a:gd name="connsiteX2" fmla="*/ 5267420 w 5927160"/>
              <a:gd name="connsiteY2" fmla="*/ 0 h 4249039"/>
              <a:gd name="connsiteX3" fmla="*/ 5927160 w 5927160"/>
              <a:gd name="connsiteY3" fmla="*/ 659741 h 4249039"/>
              <a:gd name="connsiteX4" fmla="*/ 5267420 w 5927160"/>
              <a:gd name="connsiteY4" fmla="*/ 1319481 h 4249039"/>
              <a:gd name="connsiteX5" fmla="*/ 5267420 w 5927160"/>
              <a:gd name="connsiteY5" fmla="*/ 989611 h 4249039"/>
              <a:gd name="connsiteX6" fmla="*/ 832706 w 5927160"/>
              <a:gd name="connsiteY6" fmla="*/ 4249039 h 4249039"/>
              <a:gd name="connsiteX7" fmla="*/ 0 w 5927160"/>
              <a:gd name="connsiteY7" fmla="*/ 3873223 h 424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7160" h="4249039">
                <a:moveTo>
                  <a:pt x="0" y="3873223"/>
                </a:moveTo>
                <a:cubicBezTo>
                  <a:pt x="1392975" y="746085"/>
                  <a:pt x="2827310" y="507185"/>
                  <a:pt x="5267420" y="329870"/>
                </a:cubicBezTo>
                <a:lnTo>
                  <a:pt x="5267420" y="0"/>
                </a:lnTo>
                <a:lnTo>
                  <a:pt x="5927160" y="659741"/>
                </a:lnTo>
                <a:lnTo>
                  <a:pt x="5267420" y="1319481"/>
                </a:lnTo>
                <a:lnTo>
                  <a:pt x="5267420" y="989611"/>
                </a:lnTo>
                <a:cubicBezTo>
                  <a:pt x="2713062" y="1289319"/>
                  <a:pt x="1989758" y="1600285"/>
                  <a:pt x="832706" y="4249039"/>
                </a:cubicBezTo>
                <a:lnTo>
                  <a:pt x="0" y="3873223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DA4525-5493-C08F-9739-B148905B4A55}"/>
              </a:ext>
            </a:extLst>
          </p:cNvPr>
          <p:cNvSpPr/>
          <p:nvPr/>
        </p:nvSpPr>
        <p:spPr bwMode="gray">
          <a:xfrm>
            <a:off x="1309113" y="1995809"/>
            <a:ext cx="3017520" cy="457200"/>
          </a:xfrm>
          <a:prstGeom prst="rect">
            <a:avLst/>
          </a:prstGeom>
          <a:solidFill>
            <a:srgbClr val="20407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72000" bIns="72000" rtlCol="0" anchor="ctr"/>
          <a:lstStyle/>
          <a:p>
            <a:endParaRPr lang="en-US" sz="1400" b="1" noProof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5F0A45-0466-EC59-5ECB-AE584659E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/>
              <a:t>Current Challenges</a:t>
            </a:r>
            <a:r>
              <a:rPr lang="en-US" noProof="0"/>
              <a:t>: WHY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A5121A-700B-4CFE-7BEF-814E4636A0E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E65E4-CDFE-84B7-41C0-3DDDAE6B9C3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32BAA4-2A02-3864-0748-DF24A544167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0998A37-7DA0-4797-BE0F-1407C577BB96}" type="slidenum">
              <a:rPr lang="en-GB" noProof="0" smtClean="0"/>
              <a:pPr/>
              <a:t>4</a:t>
            </a:fld>
            <a:endParaRPr lang="en-GB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D415C5-B341-3BD0-0E43-9C8CA22CFE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…the solution is simple</a:t>
            </a:r>
            <a:endParaRPr lang="de-A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0021ED-CF79-46E6-D808-C444C0D8858A}"/>
              </a:ext>
            </a:extLst>
          </p:cNvPr>
          <p:cNvSpPr/>
          <p:nvPr/>
        </p:nvSpPr>
        <p:spPr bwMode="gray">
          <a:xfrm>
            <a:off x="5111750" y="1296981"/>
            <a:ext cx="3017520" cy="457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r>
              <a:rPr lang="en-US" sz="1400" b="1" noProof="0">
                <a:latin typeface="+mj-lt"/>
                <a:cs typeface="Arial" panose="020B0604020202020204" pitchFamily="34" charset="0"/>
              </a:rPr>
              <a:t>Increased performance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BF6287-20C0-5644-8B93-7F1269A5C208}"/>
              </a:ext>
            </a:extLst>
          </p:cNvPr>
          <p:cNvSpPr/>
          <p:nvPr/>
        </p:nvSpPr>
        <p:spPr bwMode="gray">
          <a:xfrm>
            <a:off x="5651500" y="771525"/>
            <a:ext cx="3017520" cy="4572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r>
              <a:rPr lang="en-US" sz="1400" b="1" noProof="0">
                <a:latin typeface="+mj-lt"/>
                <a:cs typeface="Arial" panose="020B0604020202020204" pitchFamily="34" charset="0"/>
              </a:rPr>
              <a:t>Customer satisfaction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C40124-FFAB-9F7A-867D-18C1072A7407}"/>
              </a:ext>
            </a:extLst>
          </p:cNvPr>
          <p:cNvSpPr/>
          <p:nvPr/>
        </p:nvSpPr>
        <p:spPr bwMode="gray">
          <a:xfrm>
            <a:off x="432000" y="1504950"/>
            <a:ext cx="3017520" cy="457200"/>
          </a:xfrm>
          <a:prstGeom prst="rect">
            <a:avLst/>
          </a:prstGeom>
          <a:solidFill>
            <a:srgbClr val="004D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72000" bIns="72000" rtlCol="0" anchor="ctr"/>
          <a:lstStyle/>
          <a:p>
            <a:r>
              <a:rPr lang="en-US" sz="1400" b="1" noProof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Complaints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2F70AB-AEB5-8185-50D4-D26F77AFA4F1}"/>
              </a:ext>
            </a:extLst>
          </p:cNvPr>
          <p:cNvSpPr/>
          <p:nvPr/>
        </p:nvSpPr>
        <p:spPr bwMode="gray">
          <a:xfrm>
            <a:off x="3063339" y="2977527"/>
            <a:ext cx="3017520" cy="457200"/>
          </a:xfrm>
          <a:prstGeom prst="rect">
            <a:avLst/>
          </a:prstGeom>
          <a:solidFill>
            <a:srgbClr val="60264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72000" bIns="72000" rtlCol="0" anchor="ctr"/>
          <a:lstStyle/>
          <a:p>
            <a:endParaRPr lang="de-AT" sz="1400" b="1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53BB7-EBC3-7D2C-111E-CE62DEC42302}"/>
              </a:ext>
            </a:extLst>
          </p:cNvPr>
          <p:cNvSpPr/>
          <p:nvPr/>
        </p:nvSpPr>
        <p:spPr bwMode="gray">
          <a:xfrm>
            <a:off x="3940452" y="3468386"/>
            <a:ext cx="3017520" cy="457200"/>
          </a:xfrm>
          <a:prstGeom prst="rect">
            <a:avLst/>
          </a:prstGeom>
          <a:solidFill>
            <a:srgbClr val="801A3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72000" bIns="72000" rtlCol="0" anchor="ctr"/>
          <a:lstStyle/>
          <a:p>
            <a:endParaRPr lang="de-AT" sz="1400" b="1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16A9B2-ED83-F42E-81D3-27FE782A1B9D}"/>
              </a:ext>
            </a:extLst>
          </p:cNvPr>
          <p:cNvSpPr/>
          <p:nvPr/>
        </p:nvSpPr>
        <p:spPr bwMode="gray">
          <a:xfrm>
            <a:off x="4817565" y="3959245"/>
            <a:ext cx="3017520" cy="457200"/>
          </a:xfrm>
          <a:prstGeom prst="rect">
            <a:avLst/>
          </a:prstGeom>
          <a:solidFill>
            <a:srgbClr val="A00D1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72000" bIns="72000" rtlCol="0" anchor="ctr"/>
          <a:lstStyle/>
          <a:p>
            <a:endParaRPr lang="de-AT" sz="1400" b="1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2E0CED-23E2-6A26-4E3C-DB5489328BDC}"/>
              </a:ext>
            </a:extLst>
          </p:cNvPr>
          <p:cNvSpPr/>
          <p:nvPr/>
        </p:nvSpPr>
        <p:spPr bwMode="gray">
          <a:xfrm>
            <a:off x="5694680" y="4462691"/>
            <a:ext cx="3017520" cy="45720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72000" bIns="72000" rtlCol="0" anchor="ctr"/>
          <a:lstStyle/>
          <a:p>
            <a:endParaRPr lang="de-AT" sz="1400" b="1">
              <a:latin typeface="+mj-lt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7C3554-8E45-9140-74C0-FFD7F304BBE7}"/>
              </a:ext>
            </a:extLst>
          </p:cNvPr>
          <p:cNvSpPr/>
          <p:nvPr/>
        </p:nvSpPr>
        <p:spPr bwMode="gray">
          <a:xfrm>
            <a:off x="2186226" y="2486668"/>
            <a:ext cx="3017520" cy="457200"/>
          </a:xfrm>
          <a:prstGeom prst="rect">
            <a:avLst/>
          </a:prstGeom>
          <a:solidFill>
            <a:srgbClr val="40336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72000" bIns="72000" rtlCol="0" anchor="ctr"/>
          <a:lstStyle/>
          <a:p>
            <a:endParaRPr lang="de-AT" sz="1400" b="1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0" name="Arrow: Bent 19">
            <a:extLst>
              <a:ext uri="{FF2B5EF4-FFF2-40B4-BE49-F238E27FC236}">
                <a16:creationId xmlns:a16="http://schemas.microsoft.com/office/drawing/2014/main" id="{4B86A5E8-49AB-806E-85B2-87C6F035108C}"/>
              </a:ext>
            </a:extLst>
          </p:cNvPr>
          <p:cNvSpPr/>
          <p:nvPr/>
        </p:nvSpPr>
        <p:spPr bwMode="gray">
          <a:xfrm rot="16200000" flipV="1">
            <a:off x="5310802" y="837310"/>
            <a:ext cx="549315" cy="2373381"/>
          </a:xfrm>
          <a:prstGeom prst="ben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75C001A-D917-067A-980F-D5CE58276DD5}"/>
              </a:ext>
            </a:extLst>
          </p:cNvPr>
          <p:cNvGrpSpPr/>
          <p:nvPr/>
        </p:nvGrpSpPr>
        <p:grpSpPr>
          <a:xfrm>
            <a:off x="1309113" y="1998285"/>
            <a:ext cx="3442275" cy="752853"/>
            <a:chOff x="1309113" y="1998285"/>
            <a:chExt cx="3442275" cy="75285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07DB6D3-27E9-EE1B-83CE-17ED0C3ED0BE}"/>
                </a:ext>
              </a:extLst>
            </p:cNvPr>
            <p:cNvSpPr/>
            <p:nvPr/>
          </p:nvSpPr>
          <p:spPr bwMode="gray">
            <a:xfrm>
              <a:off x="1309113" y="1998285"/>
              <a:ext cx="3442275" cy="75285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8000" tIns="72000" rIns="72000" bIns="72000" rtlCol="0" anchor="ctr"/>
            <a:lstStyle/>
            <a:p>
              <a:r>
                <a:rPr lang="en-US" sz="1400" b="1" noProof="0">
                  <a:solidFill>
                    <a:schemeClr val="accent6">
                      <a:lumMod val="25000"/>
                    </a:schemeClr>
                  </a:solidFill>
                  <a:latin typeface="+mj-lt"/>
                  <a:cs typeface="Arial" panose="020B0604020202020204" pitchFamily="34" charset="0"/>
                </a:rPr>
                <a:t>Fast reaction </a:t>
              </a:r>
            </a:p>
            <a:p>
              <a:r>
                <a:rPr lang="en-US" sz="1400" b="1" noProof="0">
                  <a:solidFill>
                    <a:schemeClr val="accent6">
                      <a:lumMod val="25000"/>
                    </a:schemeClr>
                  </a:solidFill>
                  <a:latin typeface="+mj-lt"/>
                  <a:cs typeface="Arial" panose="020B0604020202020204" pitchFamily="34" charset="0"/>
                </a:rPr>
                <a:t>+ effort for </a:t>
              </a:r>
              <a:r>
                <a:rPr lang="en-US" sz="1400" b="1" i="1" noProof="0">
                  <a:solidFill>
                    <a:schemeClr val="accent6">
                      <a:lumMod val="25000"/>
                    </a:schemeClr>
                  </a:solidFill>
                  <a:latin typeface="+mj-lt"/>
                  <a:cs typeface="Arial" panose="020B0604020202020204" pitchFamily="34" charset="0"/>
                </a:rPr>
                <a:t>root cause analysis </a:t>
              </a:r>
            </a:p>
            <a:p>
              <a:r>
                <a:rPr lang="en-US" sz="1400" b="1" i="1" noProof="0">
                  <a:solidFill>
                    <a:schemeClr val="accent6">
                      <a:lumMod val="25000"/>
                    </a:schemeClr>
                  </a:solidFill>
                  <a:latin typeface="+mj-lt"/>
                  <a:cs typeface="Arial" panose="020B0604020202020204" pitchFamily="34" charset="0"/>
                </a:rPr>
                <a:t>+ </a:t>
              </a:r>
              <a:r>
                <a:rPr lang="en-US" sz="1400" b="1" noProof="0">
                  <a:solidFill>
                    <a:schemeClr val="accent6">
                      <a:lumMod val="25000"/>
                    </a:schemeClr>
                  </a:solidFill>
                  <a:latin typeface="+mj-lt"/>
                  <a:cs typeface="Arial" panose="020B0604020202020204" pitchFamily="34" charset="0"/>
                </a:rPr>
                <a:t>CAPAs</a:t>
              </a:r>
            </a:p>
          </p:txBody>
        </p:sp>
        <p:pic>
          <p:nvPicPr>
            <p:cNvPr id="23" name="Graphic 22" descr="Comment Fire with solid fill">
              <a:extLst>
                <a:ext uri="{FF2B5EF4-FFF2-40B4-BE49-F238E27FC236}">
                  <a16:creationId xmlns:a16="http://schemas.microsoft.com/office/drawing/2014/main" id="{E2923704-AEF8-A0B8-E766-E1151A834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08773" y="2151689"/>
              <a:ext cx="481348" cy="481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09987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74A07D-0ECF-968C-65D4-75F5493B7EC6}"/>
              </a:ext>
            </a:extLst>
          </p:cNvPr>
          <p:cNvSpPr/>
          <p:nvPr/>
        </p:nvSpPr>
        <p:spPr bwMode="gray">
          <a:xfrm>
            <a:off x="0" y="1671638"/>
            <a:ext cx="9144000" cy="1309841"/>
          </a:xfrm>
          <a:prstGeom prst="rect">
            <a:avLst/>
          </a:prstGeom>
          <a:solidFill>
            <a:srgbClr val="004D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2400" b="1" noProof="0" dirty="0">
                <a:latin typeface="Aptos" panose="020B0004020202020204" pitchFamily="34" charset="0"/>
                <a:cs typeface="Arial" panose="020B0604020202020204" pitchFamily="34" charset="0"/>
              </a:rPr>
              <a:t>Change</a:t>
            </a:r>
            <a:r>
              <a:rPr lang="en-US" sz="2400" noProof="0" dirty="0">
                <a:latin typeface="Aptos" panose="020B0004020202020204" pitchFamily="34" charset="0"/>
                <a:cs typeface="Arial" panose="020B0604020202020204" pitchFamily="34" charset="0"/>
              </a:rPr>
              <a:t> towards </a:t>
            </a:r>
            <a:r>
              <a:rPr lang="en-US" sz="2400" b="1" i="1" noProof="0" dirty="0">
                <a:latin typeface="Aptos" panose="020B0004020202020204" pitchFamily="34" charset="0"/>
                <a:cs typeface="Arial" panose="020B0604020202020204" pitchFamily="34" charset="0"/>
              </a:rPr>
              <a:t>Product Quality </a:t>
            </a:r>
            <a:r>
              <a:rPr lang="en-US" sz="2400" noProof="0" dirty="0">
                <a:latin typeface="Aptos" panose="020B0004020202020204" pitchFamily="34" charset="0"/>
                <a:cs typeface="Arial" panose="020B0604020202020204" pitchFamily="34" charset="0"/>
              </a:rPr>
              <a:t>starts with </a:t>
            </a:r>
            <a:r>
              <a:rPr lang="en-US" sz="2400" b="1" noProof="0" dirty="0">
                <a:latin typeface="Aptos" panose="020B0004020202020204" pitchFamily="34" charset="0"/>
                <a:cs typeface="Arial" panose="020B0604020202020204" pitchFamily="34" charset="0"/>
              </a:rPr>
              <a:t>AWARENESS</a:t>
            </a:r>
            <a:r>
              <a:rPr lang="en-US" sz="2400" noProof="0" dirty="0">
                <a:latin typeface="Aptos" panose="020B0004020202020204" pitchFamily="34" charset="0"/>
                <a:cs typeface="Arial" panose="020B0604020202020204" pitchFamily="34" charset="0"/>
              </a:rPr>
              <a:t>, </a:t>
            </a:r>
            <a:br>
              <a:rPr lang="en-US" sz="2400" noProof="0" dirty="0"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en-US" sz="2400" noProof="0" dirty="0">
                <a:latin typeface="Aptos" panose="020B0004020202020204" pitchFamily="34" charset="0"/>
                <a:cs typeface="Arial" panose="020B0604020202020204" pitchFamily="34" charset="0"/>
              </a:rPr>
              <a:t>but needs </a:t>
            </a:r>
            <a:r>
              <a:rPr lang="en-US" sz="2400" b="1" noProof="0" dirty="0">
                <a:latin typeface="Aptos" panose="020B0004020202020204" pitchFamily="34" charset="0"/>
                <a:cs typeface="Arial" panose="020B0604020202020204" pitchFamily="34" charset="0"/>
              </a:rPr>
              <a:t>distinct measures </a:t>
            </a:r>
            <a:r>
              <a:rPr lang="en-US" sz="2400" noProof="0" dirty="0">
                <a:latin typeface="Aptos" panose="020B0004020202020204" pitchFamily="34" charset="0"/>
                <a:cs typeface="Arial" panose="020B0604020202020204" pitchFamily="34" charset="0"/>
              </a:rPr>
              <a:t>to become a </a:t>
            </a:r>
            <a:r>
              <a:rPr lang="en-US" sz="2400" b="1" noProof="0" dirty="0">
                <a:latin typeface="Aptos" panose="020B0004020202020204" pitchFamily="34" charset="0"/>
                <a:cs typeface="Arial" panose="020B0604020202020204" pitchFamily="34" charset="0"/>
              </a:rPr>
              <a:t>MINDSET.</a:t>
            </a:r>
            <a:endParaRPr lang="en-US" sz="2000" b="1" noProof="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45B496-4913-F13D-52E3-EBFB25AE880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40B5BA-D5F7-5EA2-62F3-B7C12543276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05167-59A0-B1FC-605B-F37AEE44F42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0998A37-7DA0-4797-BE0F-1407C577BB96}" type="slidenum">
              <a:rPr lang="en-GB" noProof="0" smtClean="0"/>
              <a:pPr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2614721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D8749-DC5B-7854-5B21-F20DEB8F4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ABF4B33-6FA5-C094-9AAA-25E026E39E4F}"/>
              </a:ext>
            </a:extLst>
          </p:cNvPr>
          <p:cNvSpPr/>
          <p:nvPr/>
        </p:nvSpPr>
        <p:spPr bwMode="gray">
          <a:xfrm>
            <a:off x="2992988" y="983779"/>
            <a:ext cx="3548325" cy="4319612"/>
          </a:xfrm>
          <a:custGeom>
            <a:avLst/>
            <a:gdLst>
              <a:gd name="connsiteX0" fmla="*/ 277 w 3035801"/>
              <a:gd name="connsiteY0" fmla="*/ 1523032 h 3623557"/>
              <a:gd name="connsiteX1" fmla="*/ 71161 w 3035801"/>
              <a:gd name="connsiteY1" fmla="*/ 984316 h 3623557"/>
              <a:gd name="connsiteX2" fmla="*/ 262547 w 3035801"/>
              <a:gd name="connsiteY2" fmla="*/ 1289116 h 3623557"/>
              <a:gd name="connsiteX3" fmla="*/ 510640 w 3035801"/>
              <a:gd name="connsiteY3" fmla="*/ 892167 h 3623557"/>
              <a:gd name="connsiteX4" fmla="*/ 943031 w 3035801"/>
              <a:gd name="connsiteY4" fmla="*/ 771665 h 3623557"/>
              <a:gd name="connsiteX5" fmla="*/ 1276184 w 3035801"/>
              <a:gd name="connsiteY5" fmla="*/ 1104818 h 3623557"/>
              <a:gd name="connsiteX6" fmla="*/ 1744017 w 3035801"/>
              <a:gd name="connsiteY6" fmla="*/ 20297 h 3623557"/>
              <a:gd name="connsiteX7" fmla="*/ 2062994 w 3035801"/>
              <a:gd name="connsiteY7" fmla="*/ 466865 h 3623557"/>
              <a:gd name="connsiteX8" fmla="*/ 2318175 w 3035801"/>
              <a:gd name="connsiteY8" fmla="*/ 1324558 h 3623557"/>
              <a:gd name="connsiteX9" fmla="*/ 2835626 w 3035801"/>
              <a:gd name="connsiteY9" fmla="*/ 1494679 h 3623557"/>
              <a:gd name="connsiteX10" fmla="*/ 3019924 w 3035801"/>
              <a:gd name="connsiteY10" fmla="*/ 1622269 h 3623557"/>
              <a:gd name="connsiteX11" fmla="*/ 2949040 w 3035801"/>
              <a:gd name="connsiteY11" fmla="*/ 1898716 h 3623557"/>
              <a:gd name="connsiteX12" fmla="*/ 2339440 w 3035801"/>
              <a:gd name="connsiteY12" fmla="*/ 2090102 h 3623557"/>
              <a:gd name="connsiteX13" fmla="*/ 2211850 w 3035801"/>
              <a:gd name="connsiteY13" fmla="*/ 2437432 h 3623557"/>
              <a:gd name="connsiteX14" fmla="*/ 1992110 w 3035801"/>
              <a:gd name="connsiteY14" fmla="*/ 2898176 h 3623557"/>
              <a:gd name="connsiteX15" fmla="*/ 1857431 w 3035801"/>
              <a:gd name="connsiteY15" fmla="*/ 3330567 h 3623557"/>
              <a:gd name="connsiteX16" fmla="*/ 1552631 w 3035801"/>
              <a:gd name="connsiteY16" fmla="*/ 3543218 h 3623557"/>
              <a:gd name="connsiteX17" fmla="*/ 1205301 w 3035801"/>
              <a:gd name="connsiteY17" fmla="*/ 3621190 h 3623557"/>
              <a:gd name="connsiteX18" fmla="*/ 829617 w 3035801"/>
              <a:gd name="connsiteY18" fmla="*/ 3465246 h 3623557"/>
              <a:gd name="connsiteX19" fmla="*/ 787087 w 3035801"/>
              <a:gd name="connsiteY19" fmla="*/ 3039944 h 3623557"/>
              <a:gd name="connsiteX20" fmla="*/ 680761 w 3035801"/>
              <a:gd name="connsiteY20" fmla="*/ 2742232 h 3623557"/>
              <a:gd name="connsiteX21" fmla="*/ 574436 w 3035801"/>
              <a:gd name="connsiteY21" fmla="*/ 2529581 h 3623557"/>
              <a:gd name="connsiteX22" fmla="*/ 390138 w 3035801"/>
              <a:gd name="connsiteY22" fmla="*/ 2139721 h 3623557"/>
              <a:gd name="connsiteX23" fmla="*/ 198752 w 3035801"/>
              <a:gd name="connsiteY23" fmla="*/ 1849097 h 3623557"/>
              <a:gd name="connsiteX24" fmla="*/ 92426 w 3035801"/>
              <a:gd name="connsiteY24" fmla="*/ 1693153 h 3623557"/>
              <a:gd name="connsiteX25" fmla="*/ 277 w 3035801"/>
              <a:gd name="connsiteY25" fmla="*/ 1523032 h 3623557"/>
              <a:gd name="connsiteX0" fmla="*/ 277 w 3035801"/>
              <a:gd name="connsiteY0" fmla="*/ 1523032 h 3623557"/>
              <a:gd name="connsiteX1" fmla="*/ 71161 w 3035801"/>
              <a:gd name="connsiteY1" fmla="*/ 984316 h 3623557"/>
              <a:gd name="connsiteX2" fmla="*/ 262547 w 3035801"/>
              <a:gd name="connsiteY2" fmla="*/ 1289116 h 3623557"/>
              <a:gd name="connsiteX3" fmla="*/ 510640 w 3035801"/>
              <a:gd name="connsiteY3" fmla="*/ 892167 h 3623557"/>
              <a:gd name="connsiteX4" fmla="*/ 943031 w 3035801"/>
              <a:gd name="connsiteY4" fmla="*/ 771665 h 3623557"/>
              <a:gd name="connsiteX5" fmla="*/ 1276184 w 3035801"/>
              <a:gd name="connsiteY5" fmla="*/ 1104818 h 3623557"/>
              <a:gd name="connsiteX6" fmla="*/ 1744017 w 3035801"/>
              <a:gd name="connsiteY6" fmla="*/ 20297 h 3623557"/>
              <a:gd name="connsiteX7" fmla="*/ 2062994 w 3035801"/>
              <a:gd name="connsiteY7" fmla="*/ 466865 h 3623557"/>
              <a:gd name="connsiteX8" fmla="*/ 2318175 w 3035801"/>
              <a:gd name="connsiteY8" fmla="*/ 1324558 h 3623557"/>
              <a:gd name="connsiteX9" fmla="*/ 2835626 w 3035801"/>
              <a:gd name="connsiteY9" fmla="*/ 1494679 h 3623557"/>
              <a:gd name="connsiteX10" fmla="*/ 3019924 w 3035801"/>
              <a:gd name="connsiteY10" fmla="*/ 1622269 h 3623557"/>
              <a:gd name="connsiteX11" fmla="*/ 2949040 w 3035801"/>
              <a:gd name="connsiteY11" fmla="*/ 1898716 h 3623557"/>
              <a:gd name="connsiteX12" fmla="*/ 2339440 w 3035801"/>
              <a:gd name="connsiteY12" fmla="*/ 2090102 h 3623557"/>
              <a:gd name="connsiteX13" fmla="*/ 2211850 w 3035801"/>
              <a:gd name="connsiteY13" fmla="*/ 2437432 h 3623557"/>
              <a:gd name="connsiteX14" fmla="*/ 1992110 w 3035801"/>
              <a:gd name="connsiteY14" fmla="*/ 2898176 h 3623557"/>
              <a:gd name="connsiteX15" fmla="*/ 1857431 w 3035801"/>
              <a:gd name="connsiteY15" fmla="*/ 3330567 h 3623557"/>
              <a:gd name="connsiteX16" fmla="*/ 1552631 w 3035801"/>
              <a:gd name="connsiteY16" fmla="*/ 3543218 h 3623557"/>
              <a:gd name="connsiteX17" fmla="*/ 1205301 w 3035801"/>
              <a:gd name="connsiteY17" fmla="*/ 3621190 h 3623557"/>
              <a:gd name="connsiteX18" fmla="*/ 829617 w 3035801"/>
              <a:gd name="connsiteY18" fmla="*/ 3465246 h 3623557"/>
              <a:gd name="connsiteX19" fmla="*/ 787087 w 3035801"/>
              <a:gd name="connsiteY19" fmla="*/ 3039944 h 3623557"/>
              <a:gd name="connsiteX20" fmla="*/ 680761 w 3035801"/>
              <a:gd name="connsiteY20" fmla="*/ 2742232 h 3623557"/>
              <a:gd name="connsiteX21" fmla="*/ 191664 w 3035801"/>
              <a:gd name="connsiteY21" fmla="*/ 2600465 h 3623557"/>
              <a:gd name="connsiteX22" fmla="*/ 390138 w 3035801"/>
              <a:gd name="connsiteY22" fmla="*/ 2139721 h 3623557"/>
              <a:gd name="connsiteX23" fmla="*/ 198752 w 3035801"/>
              <a:gd name="connsiteY23" fmla="*/ 1849097 h 3623557"/>
              <a:gd name="connsiteX24" fmla="*/ 92426 w 3035801"/>
              <a:gd name="connsiteY24" fmla="*/ 1693153 h 3623557"/>
              <a:gd name="connsiteX25" fmla="*/ 277 w 3035801"/>
              <a:gd name="connsiteY25" fmla="*/ 1523032 h 3623557"/>
              <a:gd name="connsiteX0" fmla="*/ 277 w 3035801"/>
              <a:gd name="connsiteY0" fmla="*/ 1523032 h 3623557"/>
              <a:gd name="connsiteX1" fmla="*/ 71161 w 3035801"/>
              <a:gd name="connsiteY1" fmla="*/ 984316 h 3623557"/>
              <a:gd name="connsiteX2" fmla="*/ 262547 w 3035801"/>
              <a:gd name="connsiteY2" fmla="*/ 1289116 h 3623557"/>
              <a:gd name="connsiteX3" fmla="*/ 510640 w 3035801"/>
              <a:gd name="connsiteY3" fmla="*/ 892167 h 3623557"/>
              <a:gd name="connsiteX4" fmla="*/ 943031 w 3035801"/>
              <a:gd name="connsiteY4" fmla="*/ 771665 h 3623557"/>
              <a:gd name="connsiteX5" fmla="*/ 1276184 w 3035801"/>
              <a:gd name="connsiteY5" fmla="*/ 1104818 h 3623557"/>
              <a:gd name="connsiteX6" fmla="*/ 1744017 w 3035801"/>
              <a:gd name="connsiteY6" fmla="*/ 20297 h 3623557"/>
              <a:gd name="connsiteX7" fmla="*/ 2062994 w 3035801"/>
              <a:gd name="connsiteY7" fmla="*/ 466865 h 3623557"/>
              <a:gd name="connsiteX8" fmla="*/ 2318175 w 3035801"/>
              <a:gd name="connsiteY8" fmla="*/ 1324558 h 3623557"/>
              <a:gd name="connsiteX9" fmla="*/ 2835626 w 3035801"/>
              <a:gd name="connsiteY9" fmla="*/ 1494679 h 3623557"/>
              <a:gd name="connsiteX10" fmla="*/ 3019924 w 3035801"/>
              <a:gd name="connsiteY10" fmla="*/ 1622269 h 3623557"/>
              <a:gd name="connsiteX11" fmla="*/ 2949040 w 3035801"/>
              <a:gd name="connsiteY11" fmla="*/ 1898716 h 3623557"/>
              <a:gd name="connsiteX12" fmla="*/ 2339440 w 3035801"/>
              <a:gd name="connsiteY12" fmla="*/ 2090102 h 3623557"/>
              <a:gd name="connsiteX13" fmla="*/ 2211850 w 3035801"/>
              <a:gd name="connsiteY13" fmla="*/ 2437432 h 3623557"/>
              <a:gd name="connsiteX14" fmla="*/ 1992110 w 3035801"/>
              <a:gd name="connsiteY14" fmla="*/ 2898176 h 3623557"/>
              <a:gd name="connsiteX15" fmla="*/ 1857431 w 3035801"/>
              <a:gd name="connsiteY15" fmla="*/ 3330567 h 3623557"/>
              <a:gd name="connsiteX16" fmla="*/ 1552631 w 3035801"/>
              <a:gd name="connsiteY16" fmla="*/ 3543218 h 3623557"/>
              <a:gd name="connsiteX17" fmla="*/ 1205301 w 3035801"/>
              <a:gd name="connsiteY17" fmla="*/ 3621190 h 3623557"/>
              <a:gd name="connsiteX18" fmla="*/ 829617 w 3035801"/>
              <a:gd name="connsiteY18" fmla="*/ 3465246 h 3623557"/>
              <a:gd name="connsiteX19" fmla="*/ 787087 w 3035801"/>
              <a:gd name="connsiteY19" fmla="*/ 3039944 h 3623557"/>
              <a:gd name="connsiteX20" fmla="*/ 680761 w 3035801"/>
              <a:gd name="connsiteY20" fmla="*/ 2742232 h 3623557"/>
              <a:gd name="connsiteX21" fmla="*/ 191664 w 3035801"/>
              <a:gd name="connsiteY21" fmla="*/ 2600465 h 3623557"/>
              <a:gd name="connsiteX22" fmla="*/ 142045 w 3035801"/>
              <a:gd name="connsiteY22" fmla="*/ 2132632 h 3623557"/>
              <a:gd name="connsiteX23" fmla="*/ 198752 w 3035801"/>
              <a:gd name="connsiteY23" fmla="*/ 1849097 h 3623557"/>
              <a:gd name="connsiteX24" fmla="*/ 92426 w 3035801"/>
              <a:gd name="connsiteY24" fmla="*/ 1693153 h 3623557"/>
              <a:gd name="connsiteX25" fmla="*/ 277 w 3035801"/>
              <a:gd name="connsiteY25" fmla="*/ 1523032 h 3623557"/>
              <a:gd name="connsiteX0" fmla="*/ 277 w 3035801"/>
              <a:gd name="connsiteY0" fmla="*/ 1523032 h 3623557"/>
              <a:gd name="connsiteX1" fmla="*/ 71161 w 3035801"/>
              <a:gd name="connsiteY1" fmla="*/ 984316 h 3623557"/>
              <a:gd name="connsiteX2" fmla="*/ 262547 w 3035801"/>
              <a:gd name="connsiteY2" fmla="*/ 1289116 h 3623557"/>
              <a:gd name="connsiteX3" fmla="*/ 510640 w 3035801"/>
              <a:gd name="connsiteY3" fmla="*/ 892167 h 3623557"/>
              <a:gd name="connsiteX4" fmla="*/ 943031 w 3035801"/>
              <a:gd name="connsiteY4" fmla="*/ 771665 h 3623557"/>
              <a:gd name="connsiteX5" fmla="*/ 1276184 w 3035801"/>
              <a:gd name="connsiteY5" fmla="*/ 1104818 h 3623557"/>
              <a:gd name="connsiteX6" fmla="*/ 1744017 w 3035801"/>
              <a:gd name="connsiteY6" fmla="*/ 20297 h 3623557"/>
              <a:gd name="connsiteX7" fmla="*/ 2062994 w 3035801"/>
              <a:gd name="connsiteY7" fmla="*/ 466865 h 3623557"/>
              <a:gd name="connsiteX8" fmla="*/ 2318175 w 3035801"/>
              <a:gd name="connsiteY8" fmla="*/ 1324558 h 3623557"/>
              <a:gd name="connsiteX9" fmla="*/ 2835626 w 3035801"/>
              <a:gd name="connsiteY9" fmla="*/ 1494679 h 3623557"/>
              <a:gd name="connsiteX10" fmla="*/ 3019924 w 3035801"/>
              <a:gd name="connsiteY10" fmla="*/ 1622269 h 3623557"/>
              <a:gd name="connsiteX11" fmla="*/ 2949040 w 3035801"/>
              <a:gd name="connsiteY11" fmla="*/ 1898716 h 3623557"/>
              <a:gd name="connsiteX12" fmla="*/ 2339440 w 3035801"/>
              <a:gd name="connsiteY12" fmla="*/ 2090102 h 3623557"/>
              <a:gd name="connsiteX13" fmla="*/ 2211850 w 3035801"/>
              <a:gd name="connsiteY13" fmla="*/ 2437432 h 3623557"/>
              <a:gd name="connsiteX14" fmla="*/ 1992110 w 3035801"/>
              <a:gd name="connsiteY14" fmla="*/ 2898176 h 3623557"/>
              <a:gd name="connsiteX15" fmla="*/ 1857431 w 3035801"/>
              <a:gd name="connsiteY15" fmla="*/ 3330567 h 3623557"/>
              <a:gd name="connsiteX16" fmla="*/ 1552631 w 3035801"/>
              <a:gd name="connsiteY16" fmla="*/ 3543218 h 3623557"/>
              <a:gd name="connsiteX17" fmla="*/ 1205301 w 3035801"/>
              <a:gd name="connsiteY17" fmla="*/ 3621190 h 3623557"/>
              <a:gd name="connsiteX18" fmla="*/ 829617 w 3035801"/>
              <a:gd name="connsiteY18" fmla="*/ 3465246 h 3623557"/>
              <a:gd name="connsiteX19" fmla="*/ 787087 w 3035801"/>
              <a:gd name="connsiteY19" fmla="*/ 3039944 h 3623557"/>
              <a:gd name="connsiteX20" fmla="*/ 680761 w 3035801"/>
              <a:gd name="connsiteY20" fmla="*/ 2742232 h 3623557"/>
              <a:gd name="connsiteX21" fmla="*/ 191664 w 3035801"/>
              <a:gd name="connsiteY21" fmla="*/ 2600465 h 3623557"/>
              <a:gd name="connsiteX22" fmla="*/ 142045 w 3035801"/>
              <a:gd name="connsiteY22" fmla="*/ 2132632 h 3623557"/>
              <a:gd name="connsiteX23" fmla="*/ 134957 w 3035801"/>
              <a:gd name="connsiteY23" fmla="*/ 1849097 h 3623557"/>
              <a:gd name="connsiteX24" fmla="*/ 92426 w 3035801"/>
              <a:gd name="connsiteY24" fmla="*/ 1693153 h 3623557"/>
              <a:gd name="connsiteX25" fmla="*/ 277 w 3035801"/>
              <a:gd name="connsiteY25" fmla="*/ 1523032 h 3623557"/>
              <a:gd name="connsiteX0" fmla="*/ 277 w 3035801"/>
              <a:gd name="connsiteY0" fmla="*/ 1523032 h 3623557"/>
              <a:gd name="connsiteX1" fmla="*/ 71161 w 3035801"/>
              <a:gd name="connsiteY1" fmla="*/ 984316 h 3623557"/>
              <a:gd name="connsiteX2" fmla="*/ 262547 w 3035801"/>
              <a:gd name="connsiteY2" fmla="*/ 1289116 h 3623557"/>
              <a:gd name="connsiteX3" fmla="*/ 510640 w 3035801"/>
              <a:gd name="connsiteY3" fmla="*/ 892167 h 3623557"/>
              <a:gd name="connsiteX4" fmla="*/ 943031 w 3035801"/>
              <a:gd name="connsiteY4" fmla="*/ 771665 h 3623557"/>
              <a:gd name="connsiteX5" fmla="*/ 1276184 w 3035801"/>
              <a:gd name="connsiteY5" fmla="*/ 1104818 h 3623557"/>
              <a:gd name="connsiteX6" fmla="*/ 1744017 w 3035801"/>
              <a:gd name="connsiteY6" fmla="*/ 20297 h 3623557"/>
              <a:gd name="connsiteX7" fmla="*/ 2062994 w 3035801"/>
              <a:gd name="connsiteY7" fmla="*/ 466865 h 3623557"/>
              <a:gd name="connsiteX8" fmla="*/ 2318175 w 3035801"/>
              <a:gd name="connsiteY8" fmla="*/ 1324558 h 3623557"/>
              <a:gd name="connsiteX9" fmla="*/ 2835626 w 3035801"/>
              <a:gd name="connsiteY9" fmla="*/ 1494679 h 3623557"/>
              <a:gd name="connsiteX10" fmla="*/ 3019924 w 3035801"/>
              <a:gd name="connsiteY10" fmla="*/ 1622269 h 3623557"/>
              <a:gd name="connsiteX11" fmla="*/ 2949040 w 3035801"/>
              <a:gd name="connsiteY11" fmla="*/ 1898716 h 3623557"/>
              <a:gd name="connsiteX12" fmla="*/ 2339440 w 3035801"/>
              <a:gd name="connsiteY12" fmla="*/ 2090102 h 3623557"/>
              <a:gd name="connsiteX13" fmla="*/ 2211850 w 3035801"/>
              <a:gd name="connsiteY13" fmla="*/ 2437432 h 3623557"/>
              <a:gd name="connsiteX14" fmla="*/ 1992110 w 3035801"/>
              <a:gd name="connsiteY14" fmla="*/ 2898176 h 3623557"/>
              <a:gd name="connsiteX15" fmla="*/ 1857431 w 3035801"/>
              <a:gd name="connsiteY15" fmla="*/ 3330567 h 3623557"/>
              <a:gd name="connsiteX16" fmla="*/ 1552631 w 3035801"/>
              <a:gd name="connsiteY16" fmla="*/ 3543218 h 3623557"/>
              <a:gd name="connsiteX17" fmla="*/ 1205301 w 3035801"/>
              <a:gd name="connsiteY17" fmla="*/ 3621190 h 3623557"/>
              <a:gd name="connsiteX18" fmla="*/ 829617 w 3035801"/>
              <a:gd name="connsiteY18" fmla="*/ 3465246 h 3623557"/>
              <a:gd name="connsiteX19" fmla="*/ 787087 w 3035801"/>
              <a:gd name="connsiteY19" fmla="*/ 3039944 h 3623557"/>
              <a:gd name="connsiteX20" fmla="*/ 475198 w 3035801"/>
              <a:gd name="connsiteY20" fmla="*/ 2841469 h 3623557"/>
              <a:gd name="connsiteX21" fmla="*/ 191664 w 3035801"/>
              <a:gd name="connsiteY21" fmla="*/ 2600465 h 3623557"/>
              <a:gd name="connsiteX22" fmla="*/ 142045 w 3035801"/>
              <a:gd name="connsiteY22" fmla="*/ 2132632 h 3623557"/>
              <a:gd name="connsiteX23" fmla="*/ 134957 w 3035801"/>
              <a:gd name="connsiteY23" fmla="*/ 1849097 h 3623557"/>
              <a:gd name="connsiteX24" fmla="*/ 92426 w 3035801"/>
              <a:gd name="connsiteY24" fmla="*/ 1693153 h 3623557"/>
              <a:gd name="connsiteX25" fmla="*/ 277 w 3035801"/>
              <a:gd name="connsiteY25" fmla="*/ 1523032 h 3623557"/>
              <a:gd name="connsiteX0" fmla="*/ 277 w 3035801"/>
              <a:gd name="connsiteY0" fmla="*/ 1523032 h 3623557"/>
              <a:gd name="connsiteX1" fmla="*/ 71161 w 3035801"/>
              <a:gd name="connsiteY1" fmla="*/ 984316 h 3623557"/>
              <a:gd name="connsiteX2" fmla="*/ 262547 w 3035801"/>
              <a:gd name="connsiteY2" fmla="*/ 1289116 h 3623557"/>
              <a:gd name="connsiteX3" fmla="*/ 510640 w 3035801"/>
              <a:gd name="connsiteY3" fmla="*/ 892167 h 3623557"/>
              <a:gd name="connsiteX4" fmla="*/ 943031 w 3035801"/>
              <a:gd name="connsiteY4" fmla="*/ 771665 h 3623557"/>
              <a:gd name="connsiteX5" fmla="*/ 1276184 w 3035801"/>
              <a:gd name="connsiteY5" fmla="*/ 1104818 h 3623557"/>
              <a:gd name="connsiteX6" fmla="*/ 1744017 w 3035801"/>
              <a:gd name="connsiteY6" fmla="*/ 20297 h 3623557"/>
              <a:gd name="connsiteX7" fmla="*/ 2062994 w 3035801"/>
              <a:gd name="connsiteY7" fmla="*/ 466865 h 3623557"/>
              <a:gd name="connsiteX8" fmla="*/ 2318175 w 3035801"/>
              <a:gd name="connsiteY8" fmla="*/ 1324558 h 3623557"/>
              <a:gd name="connsiteX9" fmla="*/ 2835626 w 3035801"/>
              <a:gd name="connsiteY9" fmla="*/ 1494679 h 3623557"/>
              <a:gd name="connsiteX10" fmla="*/ 3019924 w 3035801"/>
              <a:gd name="connsiteY10" fmla="*/ 1622269 h 3623557"/>
              <a:gd name="connsiteX11" fmla="*/ 2949040 w 3035801"/>
              <a:gd name="connsiteY11" fmla="*/ 1898716 h 3623557"/>
              <a:gd name="connsiteX12" fmla="*/ 2339440 w 3035801"/>
              <a:gd name="connsiteY12" fmla="*/ 2090102 h 3623557"/>
              <a:gd name="connsiteX13" fmla="*/ 2211850 w 3035801"/>
              <a:gd name="connsiteY13" fmla="*/ 2437432 h 3623557"/>
              <a:gd name="connsiteX14" fmla="*/ 1992110 w 3035801"/>
              <a:gd name="connsiteY14" fmla="*/ 2898176 h 3623557"/>
              <a:gd name="connsiteX15" fmla="*/ 1857431 w 3035801"/>
              <a:gd name="connsiteY15" fmla="*/ 3330567 h 3623557"/>
              <a:gd name="connsiteX16" fmla="*/ 1552631 w 3035801"/>
              <a:gd name="connsiteY16" fmla="*/ 3543218 h 3623557"/>
              <a:gd name="connsiteX17" fmla="*/ 1205301 w 3035801"/>
              <a:gd name="connsiteY17" fmla="*/ 3621190 h 3623557"/>
              <a:gd name="connsiteX18" fmla="*/ 829617 w 3035801"/>
              <a:gd name="connsiteY18" fmla="*/ 3465246 h 3623557"/>
              <a:gd name="connsiteX19" fmla="*/ 645319 w 3035801"/>
              <a:gd name="connsiteY19" fmla="*/ 3132093 h 3623557"/>
              <a:gd name="connsiteX20" fmla="*/ 475198 w 3035801"/>
              <a:gd name="connsiteY20" fmla="*/ 2841469 h 3623557"/>
              <a:gd name="connsiteX21" fmla="*/ 191664 w 3035801"/>
              <a:gd name="connsiteY21" fmla="*/ 2600465 h 3623557"/>
              <a:gd name="connsiteX22" fmla="*/ 142045 w 3035801"/>
              <a:gd name="connsiteY22" fmla="*/ 2132632 h 3623557"/>
              <a:gd name="connsiteX23" fmla="*/ 134957 w 3035801"/>
              <a:gd name="connsiteY23" fmla="*/ 1849097 h 3623557"/>
              <a:gd name="connsiteX24" fmla="*/ 92426 w 3035801"/>
              <a:gd name="connsiteY24" fmla="*/ 1693153 h 3623557"/>
              <a:gd name="connsiteX25" fmla="*/ 277 w 3035801"/>
              <a:gd name="connsiteY25" fmla="*/ 1523032 h 3623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035801" h="3623557">
                <a:moveTo>
                  <a:pt x="277" y="1523032"/>
                </a:moveTo>
                <a:cubicBezTo>
                  <a:pt x="-3267" y="1404893"/>
                  <a:pt x="27449" y="1023302"/>
                  <a:pt x="71161" y="984316"/>
                </a:cubicBezTo>
                <a:cubicBezTo>
                  <a:pt x="114873" y="945330"/>
                  <a:pt x="189301" y="1304474"/>
                  <a:pt x="262547" y="1289116"/>
                </a:cubicBezTo>
                <a:cubicBezTo>
                  <a:pt x="335793" y="1273758"/>
                  <a:pt x="397226" y="978409"/>
                  <a:pt x="510640" y="892167"/>
                </a:cubicBezTo>
                <a:cubicBezTo>
                  <a:pt x="624054" y="805925"/>
                  <a:pt x="815440" y="736223"/>
                  <a:pt x="943031" y="771665"/>
                </a:cubicBezTo>
                <a:cubicBezTo>
                  <a:pt x="1070622" y="807107"/>
                  <a:pt x="1142686" y="1230046"/>
                  <a:pt x="1276184" y="1104818"/>
                </a:cubicBezTo>
                <a:cubicBezTo>
                  <a:pt x="1409682" y="979590"/>
                  <a:pt x="1612882" y="126622"/>
                  <a:pt x="1744017" y="20297"/>
                </a:cubicBezTo>
                <a:cubicBezTo>
                  <a:pt x="1875152" y="-86028"/>
                  <a:pt x="1967301" y="249488"/>
                  <a:pt x="2062994" y="466865"/>
                </a:cubicBezTo>
                <a:cubicBezTo>
                  <a:pt x="2158687" y="684242"/>
                  <a:pt x="2189403" y="1153256"/>
                  <a:pt x="2318175" y="1324558"/>
                </a:cubicBezTo>
                <a:cubicBezTo>
                  <a:pt x="2446947" y="1495860"/>
                  <a:pt x="2718668" y="1445060"/>
                  <a:pt x="2835626" y="1494679"/>
                </a:cubicBezTo>
                <a:cubicBezTo>
                  <a:pt x="2952584" y="1544298"/>
                  <a:pt x="3001022" y="1554930"/>
                  <a:pt x="3019924" y="1622269"/>
                </a:cubicBezTo>
                <a:cubicBezTo>
                  <a:pt x="3038826" y="1689608"/>
                  <a:pt x="3062454" y="1820744"/>
                  <a:pt x="2949040" y="1898716"/>
                </a:cubicBezTo>
                <a:cubicBezTo>
                  <a:pt x="2835626" y="1976688"/>
                  <a:pt x="2462305" y="2000316"/>
                  <a:pt x="2339440" y="2090102"/>
                </a:cubicBezTo>
                <a:cubicBezTo>
                  <a:pt x="2216575" y="2179888"/>
                  <a:pt x="2269738" y="2302753"/>
                  <a:pt x="2211850" y="2437432"/>
                </a:cubicBezTo>
                <a:cubicBezTo>
                  <a:pt x="2153962" y="2572111"/>
                  <a:pt x="2051180" y="2749320"/>
                  <a:pt x="1992110" y="2898176"/>
                </a:cubicBezTo>
                <a:cubicBezTo>
                  <a:pt x="1933040" y="3047032"/>
                  <a:pt x="1930678" y="3223060"/>
                  <a:pt x="1857431" y="3330567"/>
                </a:cubicBezTo>
                <a:cubicBezTo>
                  <a:pt x="1784184" y="3438074"/>
                  <a:pt x="1661319" y="3494781"/>
                  <a:pt x="1552631" y="3543218"/>
                </a:cubicBezTo>
                <a:cubicBezTo>
                  <a:pt x="1443943" y="3591655"/>
                  <a:pt x="1325803" y="3634185"/>
                  <a:pt x="1205301" y="3621190"/>
                </a:cubicBezTo>
                <a:cubicBezTo>
                  <a:pt x="1084799" y="3608195"/>
                  <a:pt x="922947" y="3546762"/>
                  <a:pt x="829617" y="3465246"/>
                </a:cubicBezTo>
                <a:cubicBezTo>
                  <a:pt x="736287" y="3383730"/>
                  <a:pt x="704389" y="3236056"/>
                  <a:pt x="645319" y="3132093"/>
                </a:cubicBezTo>
                <a:cubicBezTo>
                  <a:pt x="586249" y="3028130"/>
                  <a:pt x="550807" y="2930074"/>
                  <a:pt x="475198" y="2841469"/>
                </a:cubicBezTo>
                <a:cubicBezTo>
                  <a:pt x="399589" y="2752864"/>
                  <a:pt x="247190" y="2718605"/>
                  <a:pt x="191664" y="2600465"/>
                </a:cubicBezTo>
                <a:cubicBezTo>
                  <a:pt x="136138" y="2482325"/>
                  <a:pt x="151496" y="2257860"/>
                  <a:pt x="142045" y="2132632"/>
                </a:cubicBezTo>
                <a:cubicBezTo>
                  <a:pt x="132594" y="2007404"/>
                  <a:pt x="184576" y="1923525"/>
                  <a:pt x="134957" y="1849097"/>
                </a:cubicBezTo>
                <a:cubicBezTo>
                  <a:pt x="85338" y="1774669"/>
                  <a:pt x="114873" y="1747497"/>
                  <a:pt x="92426" y="1693153"/>
                </a:cubicBezTo>
                <a:cubicBezTo>
                  <a:pt x="69979" y="1638809"/>
                  <a:pt x="3821" y="1641171"/>
                  <a:pt x="277" y="152303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00" b="1" noProof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1E5BAB-F3D7-8466-0BCA-A835ECF70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588" y="591750"/>
            <a:ext cx="8025612" cy="539999"/>
          </a:xfrm>
        </p:spPr>
        <p:txBody>
          <a:bodyPr/>
          <a:lstStyle/>
          <a:p>
            <a:r>
              <a:rPr lang="en-US" b="1" noProof="0"/>
              <a:t>Complaints &amp; warnings   </a:t>
            </a:r>
            <a:r>
              <a:rPr lang="en-US" noProof="0"/>
              <a:t>…just the tip of the iceberg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44D12-F8BF-AFC1-3CF3-32CC9A5B179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 noProof="0"/>
              <a:t>11/2025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8C1E0A-8F2D-1F25-450F-05CCA378B89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0998A37-7DA0-4797-BE0F-1407C577BB96}" type="slidenum">
              <a:rPr lang="en-US" noProof="0" smtClean="0"/>
              <a:pPr/>
              <a:t>6</a:t>
            </a:fld>
            <a:endParaRPr lang="en-US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521EB6-A0FB-1F94-2F9F-3EFD9F0672F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noProof="0"/>
              <a:t>Only working on the contributing factors,</a:t>
            </a:r>
          </a:p>
          <a:p>
            <a:r>
              <a:rPr lang="en-US" b="1" noProof="0"/>
              <a:t>under the surface </a:t>
            </a:r>
            <a:r>
              <a:rPr lang="en-US" noProof="0"/>
              <a:t>helps!</a:t>
            </a:r>
          </a:p>
        </p:txBody>
      </p:sp>
      <p:sp>
        <p:nvSpPr>
          <p:cNvPr id="13" name="Callout: Line with No Border 12">
            <a:extLst>
              <a:ext uri="{FF2B5EF4-FFF2-40B4-BE49-F238E27FC236}">
                <a16:creationId xmlns:a16="http://schemas.microsoft.com/office/drawing/2014/main" id="{2EDAD0FE-4F9E-4CDA-27E0-B7E82E08857B}"/>
              </a:ext>
            </a:extLst>
          </p:cNvPr>
          <p:cNvSpPr/>
          <p:nvPr/>
        </p:nvSpPr>
        <p:spPr bwMode="gray">
          <a:xfrm flipH="1">
            <a:off x="2215853" y="1703779"/>
            <a:ext cx="1084521" cy="212845"/>
          </a:xfrm>
          <a:prstGeom prst="callout1">
            <a:avLst>
              <a:gd name="adj1" fmla="val 52053"/>
              <a:gd name="adj2" fmla="val -7679"/>
              <a:gd name="adj3" fmla="val 153333"/>
              <a:gd name="adj4" fmla="val -39699"/>
            </a:avLst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sz="1200" b="1" noProof="0">
                <a:solidFill>
                  <a:schemeClr val="tx1"/>
                </a:solidFill>
                <a:latin typeface="+mj-lt"/>
              </a:rPr>
              <a:t>Credit Notes</a:t>
            </a:r>
          </a:p>
        </p:txBody>
      </p:sp>
      <p:sp>
        <p:nvSpPr>
          <p:cNvPr id="14" name="Callout: Line with No Border 13">
            <a:extLst>
              <a:ext uri="{FF2B5EF4-FFF2-40B4-BE49-F238E27FC236}">
                <a16:creationId xmlns:a16="http://schemas.microsoft.com/office/drawing/2014/main" id="{C9E3B371-58A4-BBD8-2F42-89D99B959FFF}"/>
              </a:ext>
            </a:extLst>
          </p:cNvPr>
          <p:cNvSpPr/>
          <p:nvPr/>
        </p:nvSpPr>
        <p:spPr bwMode="gray">
          <a:xfrm flipH="1">
            <a:off x="1438717" y="2053464"/>
            <a:ext cx="1084521" cy="212845"/>
          </a:xfrm>
          <a:prstGeom prst="callout1">
            <a:avLst>
              <a:gd name="adj1" fmla="val 52053"/>
              <a:gd name="adj2" fmla="val -7679"/>
              <a:gd name="adj3" fmla="val 120003"/>
              <a:gd name="adj4" fmla="val -50176"/>
            </a:avLst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sz="1200" b="1" noProof="0">
                <a:solidFill>
                  <a:schemeClr val="tx1"/>
                </a:solidFill>
                <a:latin typeface="+mj-lt"/>
              </a:rPr>
              <a:t>Call backs</a:t>
            </a:r>
          </a:p>
        </p:txBody>
      </p:sp>
      <p:sp>
        <p:nvSpPr>
          <p:cNvPr id="17" name="Callout: Line with No Border 16">
            <a:extLst>
              <a:ext uri="{FF2B5EF4-FFF2-40B4-BE49-F238E27FC236}">
                <a16:creationId xmlns:a16="http://schemas.microsoft.com/office/drawing/2014/main" id="{88153B92-F0CC-EDDC-6D29-DF813195BA78}"/>
              </a:ext>
            </a:extLst>
          </p:cNvPr>
          <p:cNvSpPr/>
          <p:nvPr/>
        </p:nvSpPr>
        <p:spPr bwMode="gray">
          <a:xfrm>
            <a:off x="6586374" y="2122326"/>
            <a:ext cx="1297172" cy="212845"/>
          </a:xfrm>
          <a:prstGeom prst="callout1">
            <a:avLst>
              <a:gd name="adj1" fmla="val 52053"/>
              <a:gd name="adj2" fmla="val -7679"/>
              <a:gd name="adj3" fmla="val 120327"/>
              <a:gd name="adj4" fmla="val -81069"/>
            </a:avLst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noProof="0">
                <a:solidFill>
                  <a:schemeClr val="tx1"/>
                </a:solidFill>
                <a:latin typeface="+mj-lt"/>
              </a:rPr>
              <a:t>Rework</a:t>
            </a:r>
          </a:p>
        </p:txBody>
      </p:sp>
      <p:sp>
        <p:nvSpPr>
          <p:cNvPr id="18" name="Callout: Line with No Border 17">
            <a:extLst>
              <a:ext uri="{FF2B5EF4-FFF2-40B4-BE49-F238E27FC236}">
                <a16:creationId xmlns:a16="http://schemas.microsoft.com/office/drawing/2014/main" id="{5CA9ABF2-6DE1-A6FC-FB20-897174B491C9}"/>
              </a:ext>
            </a:extLst>
          </p:cNvPr>
          <p:cNvSpPr/>
          <p:nvPr/>
        </p:nvSpPr>
        <p:spPr bwMode="gray">
          <a:xfrm>
            <a:off x="6586373" y="1828303"/>
            <a:ext cx="2339163" cy="212845"/>
          </a:xfrm>
          <a:prstGeom prst="callout1">
            <a:avLst>
              <a:gd name="adj1" fmla="val 52053"/>
              <a:gd name="adj2" fmla="val -7679"/>
              <a:gd name="adj3" fmla="val 20086"/>
              <a:gd name="adj4" fmla="val -52121"/>
            </a:avLst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noProof="0">
                <a:solidFill>
                  <a:schemeClr val="tx1"/>
                </a:solidFill>
                <a:latin typeface="+mj-lt"/>
              </a:rPr>
              <a:t>Additional inspections</a:t>
            </a:r>
          </a:p>
        </p:txBody>
      </p:sp>
      <p:sp>
        <p:nvSpPr>
          <p:cNvPr id="19" name="Callout: Line with No Border 18">
            <a:extLst>
              <a:ext uri="{FF2B5EF4-FFF2-40B4-BE49-F238E27FC236}">
                <a16:creationId xmlns:a16="http://schemas.microsoft.com/office/drawing/2014/main" id="{7AA19370-1A60-C906-3202-81B1E4886636}"/>
              </a:ext>
            </a:extLst>
          </p:cNvPr>
          <p:cNvSpPr/>
          <p:nvPr/>
        </p:nvSpPr>
        <p:spPr bwMode="gray">
          <a:xfrm>
            <a:off x="6664356" y="2751138"/>
            <a:ext cx="2445473" cy="212845"/>
          </a:xfrm>
          <a:prstGeom prst="callout1">
            <a:avLst>
              <a:gd name="adj1" fmla="val 52053"/>
              <a:gd name="adj2" fmla="val -7679"/>
              <a:gd name="adj3" fmla="val 70456"/>
              <a:gd name="adj4" fmla="val -21503"/>
            </a:avLst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Missing </a:t>
            </a:r>
            <a:r>
              <a:rPr lang="en-US" sz="1000" b="1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collaboration within the team</a:t>
            </a:r>
            <a:endParaRPr lang="en-US" sz="1000" noProof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Callout: Line with No Border 19">
            <a:extLst>
              <a:ext uri="{FF2B5EF4-FFF2-40B4-BE49-F238E27FC236}">
                <a16:creationId xmlns:a16="http://schemas.microsoft.com/office/drawing/2014/main" id="{CE80835A-F09F-6098-BB93-24B04E5E56CC}"/>
              </a:ext>
            </a:extLst>
          </p:cNvPr>
          <p:cNvSpPr/>
          <p:nvPr/>
        </p:nvSpPr>
        <p:spPr bwMode="gray">
          <a:xfrm>
            <a:off x="6664356" y="3079007"/>
            <a:ext cx="2632833" cy="212845"/>
          </a:xfrm>
          <a:prstGeom prst="callout1">
            <a:avLst>
              <a:gd name="adj1" fmla="val 52053"/>
              <a:gd name="adj2" fmla="val -7679"/>
              <a:gd name="adj3" fmla="val 49226"/>
              <a:gd name="adj4" fmla="val -30237"/>
            </a:avLst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200"/>
              </a:spcAft>
            </a:pPr>
            <a:r>
              <a:rPr lang="en-US" sz="1000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Unclear / insufficient </a:t>
            </a:r>
            <a:r>
              <a:rPr lang="en-US" sz="1000" b="1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customer agreements / not knowing the customer and product</a:t>
            </a:r>
          </a:p>
        </p:txBody>
      </p:sp>
      <p:sp>
        <p:nvSpPr>
          <p:cNvPr id="21" name="Callout: Line with No Border 20">
            <a:extLst>
              <a:ext uri="{FF2B5EF4-FFF2-40B4-BE49-F238E27FC236}">
                <a16:creationId xmlns:a16="http://schemas.microsoft.com/office/drawing/2014/main" id="{D90BFBCF-2519-6E81-E654-A52D965E3A90}"/>
              </a:ext>
            </a:extLst>
          </p:cNvPr>
          <p:cNvSpPr/>
          <p:nvPr/>
        </p:nvSpPr>
        <p:spPr bwMode="gray">
          <a:xfrm>
            <a:off x="6191250" y="3406876"/>
            <a:ext cx="2918583" cy="212845"/>
          </a:xfrm>
          <a:prstGeom prst="callout1">
            <a:avLst>
              <a:gd name="adj1" fmla="val 52053"/>
              <a:gd name="adj2" fmla="val -7679"/>
              <a:gd name="adj3" fmla="val 27746"/>
              <a:gd name="adj4" fmla="val -24013"/>
            </a:avLst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 noProof="0">
                <a:solidFill>
                  <a:schemeClr val="tx1"/>
                </a:solidFill>
                <a:latin typeface="+mj-lt"/>
              </a:rPr>
              <a:t>Q gets overruled / insufficient standing</a:t>
            </a:r>
          </a:p>
        </p:txBody>
      </p:sp>
      <p:sp>
        <p:nvSpPr>
          <p:cNvPr id="22" name="Callout: Line with No Border 21">
            <a:extLst>
              <a:ext uri="{FF2B5EF4-FFF2-40B4-BE49-F238E27FC236}">
                <a16:creationId xmlns:a16="http://schemas.microsoft.com/office/drawing/2014/main" id="{11FF0958-3A65-69D6-5DFB-8F5A2B608F19}"/>
              </a:ext>
            </a:extLst>
          </p:cNvPr>
          <p:cNvSpPr/>
          <p:nvPr/>
        </p:nvSpPr>
        <p:spPr bwMode="gray">
          <a:xfrm>
            <a:off x="6191250" y="3734745"/>
            <a:ext cx="2918583" cy="212845"/>
          </a:xfrm>
          <a:prstGeom prst="callout1">
            <a:avLst>
              <a:gd name="adj1" fmla="val 52053"/>
              <a:gd name="adj2" fmla="val -7679"/>
              <a:gd name="adj3" fmla="val 17005"/>
              <a:gd name="adj4" fmla="val -28831"/>
            </a:avLst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200"/>
              </a:spcAft>
            </a:pPr>
            <a:r>
              <a:rPr lang="en-US" sz="1000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Missing </a:t>
            </a:r>
            <a:r>
              <a:rPr lang="en-US" sz="1000" b="1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change control </a:t>
            </a:r>
            <a:r>
              <a:rPr lang="en-US" sz="1000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&amp; structure in place</a:t>
            </a:r>
          </a:p>
        </p:txBody>
      </p:sp>
      <p:sp>
        <p:nvSpPr>
          <p:cNvPr id="23" name="Callout: Line with No Border 22">
            <a:extLst>
              <a:ext uri="{FF2B5EF4-FFF2-40B4-BE49-F238E27FC236}">
                <a16:creationId xmlns:a16="http://schemas.microsoft.com/office/drawing/2014/main" id="{C9023F48-45BE-FDF3-E3A5-B48A1F53F0D1}"/>
              </a:ext>
            </a:extLst>
          </p:cNvPr>
          <p:cNvSpPr/>
          <p:nvPr/>
        </p:nvSpPr>
        <p:spPr bwMode="gray">
          <a:xfrm>
            <a:off x="6191251" y="4062614"/>
            <a:ext cx="2918582" cy="212845"/>
          </a:xfrm>
          <a:prstGeom prst="callout1">
            <a:avLst>
              <a:gd name="adj1" fmla="val 52053"/>
              <a:gd name="adj2" fmla="val -7679"/>
              <a:gd name="adj3" fmla="val 20335"/>
              <a:gd name="adj4" fmla="val -29991"/>
            </a:avLst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200"/>
              </a:spcAft>
            </a:pPr>
            <a:r>
              <a:rPr lang="en-US" sz="1000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Unclear / insufficient </a:t>
            </a:r>
            <a:r>
              <a:rPr lang="en-US" sz="1000" b="1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customer agreements / not knowing the customer and product</a:t>
            </a:r>
          </a:p>
        </p:txBody>
      </p:sp>
      <p:sp>
        <p:nvSpPr>
          <p:cNvPr id="25" name="Callout: Line with No Border 24">
            <a:extLst>
              <a:ext uri="{FF2B5EF4-FFF2-40B4-BE49-F238E27FC236}">
                <a16:creationId xmlns:a16="http://schemas.microsoft.com/office/drawing/2014/main" id="{FCDA7B1B-197D-382E-E549-C0903DC1405B}"/>
              </a:ext>
            </a:extLst>
          </p:cNvPr>
          <p:cNvSpPr/>
          <p:nvPr/>
        </p:nvSpPr>
        <p:spPr bwMode="gray">
          <a:xfrm>
            <a:off x="6191250" y="4390483"/>
            <a:ext cx="2918580" cy="212845"/>
          </a:xfrm>
          <a:prstGeom prst="callout1">
            <a:avLst>
              <a:gd name="adj1" fmla="val 52053"/>
              <a:gd name="adj2" fmla="val -7679"/>
              <a:gd name="adj3" fmla="val 23916"/>
              <a:gd name="adj4" fmla="val -33841"/>
            </a:avLst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200"/>
              </a:spcAft>
            </a:pPr>
            <a:r>
              <a:rPr lang="en-US" sz="1000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Insufficient </a:t>
            </a:r>
            <a:r>
              <a:rPr lang="en-US" sz="1000" b="1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project </a:t>
            </a:r>
            <a:r>
              <a:rPr lang="en-US" sz="1000" b="1" noProof="0" err="1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mgmt</a:t>
            </a:r>
            <a:r>
              <a:rPr lang="en-US" sz="1000" b="1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1000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for new business / technology</a:t>
            </a:r>
          </a:p>
        </p:txBody>
      </p:sp>
      <p:sp>
        <p:nvSpPr>
          <p:cNvPr id="26" name="Callout: Line with No Border 25">
            <a:extLst>
              <a:ext uri="{FF2B5EF4-FFF2-40B4-BE49-F238E27FC236}">
                <a16:creationId xmlns:a16="http://schemas.microsoft.com/office/drawing/2014/main" id="{C76630C7-B870-D551-26D0-AB3272004769}"/>
              </a:ext>
            </a:extLst>
          </p:cNvPr>
          <p:cNvSpPr/>
          <p:nvPr/>
        </p:nvSpPr>
        <p:spPr bwMode="gray">
          <a:xfrm>
            <a:off x="6191250" y="4718353"/>
            <a:ext cx="2918579" cy="212845"/>
          </a:xfrm>
          <a:prstGeom prst="callout1">
            <a:avLst>
              <a:gd name="adj1" fmla="val 52053"/>
              <a:gd name="adj2" fmla="val -7679"/>
              <a:gd name="adj3" fmla="val 2186"/>
              <a:gd name="adj4" fmla="val -37747"/>
            </a:avLst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200"/>
              </a:spcAft>
            </a:pPr>
            <a:r>
              <a:rPr lang="en-US" sz="1000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Missing </a:t>
            </a:r>
            <a:r>
              <a:rPr lang="en-US" sz="1000" b="1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performance controlling and improvement culture</a:t>
            </a:r>
          </a:p>
        </p:txBody>
      </p:sp>
      <p:sp>
        <p:nvSpPr>
          <p:cNvPr id="27" name="Callout: Line with No Border 26">
            <a:extLst>
              <a:ext uri="{FF2B5EF4-FFF2-40B4-BE49-F238E27FC236}">
                <a16:creationId xmlns:a16="http://schemas.microsoft.com/office/drawing/2014/main" id="{39F747D3-1826-ADEA-C948-68D555596F9A}"/>
              </a:ext>
            </a:extLst>
          </p:cNvPr>
          <p:cNvSpPr/>
          <p:nvPr/>
        </p:nvSpPr>
        <p:spPr bwMode="gray">
          <a:xfrm flipH="1">
            <a:off x="200255" y="2770539"/>
            <a:ext cx="2368751" cy="212845"/>
          </a:xfrm>
          <a:prstGeom prst="callout1">
            <a:avLst>
              <a:gd name="adj1" fmla="val 52053"/>
              <a:gd name="adj2" fmla="val -7679"/>
              <a:gd name="adj3" fmla="val 44750"/>
              <a:gd name="adj4" fmla="val -25927"/>
            </a:avLst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200"/>
              </a:spcAft>
            </a:pPr>
            <a:r>
              <a:rPr lang="en-US" sz="1000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Missing </a:t>
            </a:r>
            <a:r>
              <a:rPr lang="en-US" sz="1000" b="1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change control </a:t>
            </a:r>
            <a:r>
              <a:rPr lang="en-US" sz="1000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&amp; structure</a:t>
            </a:r>
          </a:p>
        </p:txBody>
      </p:sp>
      <p:sp>
        <p:nvSpPr>
          <p:cNvPr id="28" name="Callout: Line with No Border 27">
            <a:extLst>
              <a:ext uri="{FF2B5EF4-FFF2-40B4-BE49-F238E27FC236}">
                <a16:creationId xmlns:a16="http://schemas.microsoft.com/office/drawing/2014/main" id="{FDE77FB5-64DC-47E5-2AF9-404666E71732}"/>
              </a:ext>
            </a:extLst>
          </p:cNvPr>
          <p:cNvSpPr/>
          <p:nvPr/>
        </p:nvSpPr>
        <p:spPr bwMode="gray">
          <a:xfrm flipH="1">
            <a:off x="138111" y="3090466"/>
            <a:ext cx="2454276" cy="212845"/>
          </a:xfrm>
          <a:prstGeom prst="callout1">
            <a:avLst>
              <a:gd name="adj1" fmla="val 52053"/>
              <a:gd name="adj2" fmla="val -7679"/>
              <a:gd name="adj3" fmla="val 43657"/>
              <a:gd name="adj4" fmla="val -29167"/>
            </a:avLst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200"/>
              </a:spcAft>
            </a:pPr>
            <a:r>
              <a:rPr lang="en-US" sz="1000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Incapabilities of staff (missing </a:t>
            </a:r>
            <a:r>
              <a:rPr lang="en-US" sz="1000" b="1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skills</a:t>
            </a:r>
            <a:r>
              <a:rPr lang="en-US" sz="1000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)</a:t>
            </a:r>
            <a:endParaRPr lang="en-US" sz="1000" noProof="0">
              <a:latin typeface="+mj-lt"/>
            </a:endParaRPr>
          </a:p>
        </p:txBody>
      </p:sp>
      <p:sp>
        <p:nvSpPr>
          <p:cNvPr id="29" name="Callout: Line with No Border 28">
            <a:extLst>
              <a:ext uri="{FF2B5EF4-FFF2-40B4-BE49-F238E27FC236}">
                <a16:creationId xmlns:a16="http://schemas.microsoft.com/office/drawing/2014/main" id="{6441D082-88A4-FFE4-BD2E-019FC4AA5FEB}"/>
              </a:ext>
            </a:extLst>
          </p:cNvPr>
          <p:cNvSpPr/>
          <p:nvPr/>
        </p:nvSpPr>
        <p:spPr bwMode="gray">
          <a:xfrm flipH="1">
            <a:off x="138112" y="3410393"/>
            <a:ext cx="2454275" cy="212845"/>
          </a:xfrm>
          <a:prstGeom prst="callout1">
            <a:avLst>
              <a:gd name="adj1" fmla="val 52053"/>
              <a:gd name="adj2" fmla="val -7679"/>
              <a:gd name="adj3" fmla="val 41420"/>
              <a:gd name="adj4" fmla="val -28534"/>
            </a:avLst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sz="1000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Insufficient qualification until filling line / no risk assessment</a:t>
            </a:r>
            <a:endParaRPr lang="en-US" sz="1000" noProof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Callout: Line with No Border 29">
            <a:extLst>
              <a:ext uri="{FF2B5EF4-FFF2-40B4-BE49-F238E27FC236}">
                <a16:creationId xmlns:a16="http://schemas.microsoft.com/office/drawing/2014/main" id="{C7614704-0CEE-139C-552F-29E1BDB4C286}"/>
              </a:ext>
            </a:extLst>
          </p:cNvPr>
          <p:cNvSpPr/>
          <p:nvPr/>
        </p:nvSpPr>
        <p:spPr bwMode="gray">
          <a:xfrm flipH="1">
            <a:off x="85725" y="3730320"/>
            <a:ext cx="2532061" cy="212845"/>
          </a:xfrm>
          <a:prstGeom prst="callout1">
            <a:avLst>
              <a:gd name="adj1" fmla="val 52053"/>
              <a:gd name="adj2" fmla="val -7679"/>
              <a:gd name="adj3" fmla="val 44750"/>
              <a:gd name="adj4" fmla="val -26096"/>
            </a:avLst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200"/>
              </a:spcAft>
            </a:pPr>
            <a:r>
              <a:rPr lang="en-US" sz="1000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Neglected (preventive) </a:t>
            </a:r>
            <a:r>
              <a:rPr lang="en-US" sz="1000" b="1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maintenance</a:t>
            </a:r>
          </a:p>
        </p:txBody>
      </p:sp>
      <p:sp>
        <p:nvSpPr>
          <p:cNvPr id="31" name="Callout: Line with No Border 30">
            <a:extLst>
              <a:ext uri="{FF2B5EF4-FFF2-40B4-BE49-F238E27FC236}">
                <a16:creationId xmlns:a16="http://schemas.microsoft.com/office/drawing/2014/main" id="{B3129B9F-CDE1-F7A1-1FDA-0EC5CA40B597}"/>
              </a:ext>
            </a:extLst>
          </p:cNvPr>
          <p:cNvSpPr/>
          <p:nvPr/>
        </p:nvSpPr>
        <p:spPr bwMode="gray">
          <a:xfrm flipH="1">
            <a:off x="200255" y="4050247"/>
            <a:ext cx="2392133" cy="212845"/>
          </a:xfrm>
          <a:prstGeom prst="callout1">
            <a:avLst>
              <a:gd name="adj1" fmla="val 52053"/>
              <a:gd name="adj2" fmla="val -7679"/>
              <a:gd name="adj3" fmla="val 13424"/>
              <a:gd name="adj4" fmla="val -29776"/>
            </a:avLst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sz="1000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Missing </a:t>
            </a:r>
            <a:r>
              <a:rPr lang="en-US" sz="1000" b="1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performance controlling</a:t>
            </a:r>
          </a:p>
        </p:txBody>
      </p:sp>
      <p:sp>
        <p:nvSpPr>
          <p:cNvPr id="32" name="Callout: Line with No Border 31">
            <a:extLst>
              <a:ext uri="{FF2B5EF4-FFF2-40B4-BE49-F238E27FC236}">
                <a16:creationId xmlns:a16="http://schemas.microsoft.com/office/drawing/2014/main" id="{36A4E134-80B1-DC79-DE49-1AABF58325F5}"/>
              </a:ext>
            </a:extLst>
          </p:cNvPr>
          <p:cNvSpPr/>
          <p:nvPr/>
        </p:nvSpPr>
        <p:spPr bwMode="gray">
          <a:xfrm flipH="1">
            <a:off x="537234" y="4690101"/>
            <a:ext cx="2031772" cy="212845"/>
          </a:xfrm>
          <a:prstGeom prst="callout1">
            <a:avLst>
              <a:gd name="adj1" fmla="val 52053"/>
              <a:gd name="adj2" fmla="val -7679"/>
              <a:gd name="adj3" fmla="val -51413"/>
              <a:gd name="adj4" fmla="val -60889"/>
            </a:avLst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sz="1000" noProof="0">
                <a:solidFill>
                  <a:schemeClr val="tx1"/>
                </a:solidFill>
                <a:latin typeface="+mj-lt"/>
              </a:rPr>
              <a:t>No </a:t>
            </a:r>
            <a:r>
              <a:rPr lang="en-US" sz="1000" b="1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improvement culture</a:t>
            </a:r>
            <a:endParaRPr lang="en-US" sz="1000" noProof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Callout: Line with No Border 32">
            <a:extLst>
              <a:ext uri="{FF2B5EF4-FFF2-40B4-BE49-F238E27FC236}">
                <a16:creationId xmlns:a16="http://schemas.microsoft.com/office/drawing/2014/main" id="{B29D5561-27F0-4694-DF7C-C8F903DA9D08}"/>
              </a:ext>
            </a:extLst>
          </p:cNvPr>
          <p:cNvSpPr/>
          <p:nvPr/>
        </p:nvSpPr>
        <p:spPr bwMode="gray">
          <a:xfrm flipH="1">
            <a:off x="253233" y="4370174"/>
            <a:ext cx="2339155" cy="212845"/>
          </a:xfrm>
          <a:prstGeom prst="callout1">
            <a:avLst>
              <a:gd name="adj1" fmla="val 52053"/>
              <a:gd name="adj2" fmla="val -7679"/>
              <a:gd name="adj3" fmla="val -3331"/>
              <a:gd name="adj4" fmla="val -44988"/>
            </a:avLst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sz="1000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Inappropriate </a:t>
            </a:r>
            <a:r>
              <a:rPr lang="en-US" sz="1000" b="1" noProof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customer complaint handling (no RCAS,…)</a:t>
            </a:r>
            <a:endParaRPr lang="en-US" sz="1000" noProof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832FAD2-7FC4-A06B-CF97-CF85A941D273}"/>
              </a:ext>
            </a:extLst>
          </p:cNvPr>
          <p:cNvSpPr/>
          <p:nvPr/>
        </p:nvSpPr>
        <p:spPr bwMode="gray">
          <a:xfrm>
            <a:off x="4715452" y="1992525"/>
            <a:ext cx="774848" cy="197641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1200" noProof="0">
                <a:latin typeface="+mj-lt"/>
                <a:cs typeface="Arial" panose="020B0604020202020204" pitchFamily="34" charset="0"/>
              </a:rPr>
              <a:t>Quality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109957D-02BB-A831-9F5F-95A80D4C33D3}"/>
              </a:ext>
            </a:extLst>
          </p:cNvPr>
          <p:cNvSpPr/>
          <p:nvPr/>
        </p:nvSpPr>
        <p:spPr bwMode="gray">
          <a:xfrm>
            <a:off x="3389714" y="2783234"/>
            <a:ext cx="1124560" cy="182939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1200" noProof="0">
                <a:latin typeface="+mj-lt"/>
                <a:cs typeface="Arial" panose="020B0604020202020204" pitchFamily="34" charset="0"/>
              </a:rPr>
              <a:t>Maintenance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9C5EDE9-77AA-7583-988F-44B1A8B5A318}"/>
              </a:ext>
            </a:extLst>
          </p:cNvPr>
          <p:cNvSpPr/>
          <p:nvPr/>
        </p:nvSpPr>
        <p:spPr bwMode="gray">
          <a:xfrm>
            <a:off x="4715452" y="2950847"/>
            <a:ext cx="962112" cy="182939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1200" noProof="0">
                <a:latin typeface="+mj-lt"/>
                <a:cs typeface="Arial" panose="020B0604020202020204" pitchFamily="34" charset="0"/>
              </a:rPr>
              <a:t>Controlling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3CD0477-20AA-7951-E4AA-D7F80BB9CA18}"/>
              </a:ext>
            </a:extLst>
          </p:cNvPr>
          <p:cNvSpPr/>
          <p:nvPr/>
        </p:nvSpPr>
        <p:spPr bwMode="gray">
          <a:xfrm>
            <a:off x="3973557" y="4796523"/>
            <a:ext cx="962112" cy="182939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1200" noProof="0">
                <a:latin typeface="+mj-lt"/>
                <a:cs typeface="Arial" panose="020B0604020202020204" pitchFamily="34" charset="0"/>
              </a:rPr>
              <a:t>Standards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CB3524F-35C1-5BD8-2548-6A7A78B72BCA}"/>
              </a:ext>
            </a:extLst>
          </p:cNvPr>
          <p:cNvSpPr/>
          <p:nvPr/>
        </p:nvSpPr>
        <p:spPr bwMode="gray">
          <a:xfrm>
            <a:off x="3823001" y="4204655"/>
            <a:ext cx="962112" cy="182939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1200" noProof="0">
                <a:latin typeface="+mj-lt"/>
                <a:cs typeface="Arial" panose="020B0604020202020204" pitchFamily="34" charset="0"/>
              </a:rPr>
              <a:t>Processes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353C031-801A-79EA-C3D0-FC392EF2CC44}"/>
              </a:ext>
            </a:extLst>
          </p:cNvPr>
          <p:cNvSpPr/>
          <p:nvPr/>
        </p:nvSpPr>
        <p:spPr bwMode="gray">
          <a:xfrm>
            <a:off x="3486538" y="3774514"/>
            <a:ext cx="1275982" cy="182939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1200" noProof="0">
                <a:latin typeface="+mj-lt"/>
                <a:cs typeface="Arial" panose="020B0604020202020204" pitchFamily="34" charset="0"/>
              </a:rPr>
              <a:t>Communication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D697EDF-7447-8B6D-72DB-F48B2CB6C8BB}"/>
              </a:ext>
            </a:extLst>
          </p:cNvPr>
          <p:cNvSpPr/>
          <p:nvPr/>
        </p:nvSpPr>
        <p:spPr bwMode="gray">
          <a:xfrm>
            <a:off x="3316381" y="3328611"/>
            <a:ext cx="1138231" cy="182939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1200" noProof="0">
                <a:latin typeface="+mj-lt"/>
                <a:cs typeface="Arial" panose="020B0604020202020204" pitchFamily="34" charset="0"/>
              </a:rPr>
              <a:t>Awareness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C68191A-AC61-4155-291F-C4A1302B625B}"/>
              </a:ext>
            </a:extLst>
          </p:cNvPr>
          <p:cNvSpPr/>
          <p:nvPr/>
        </p:nvSpPr>
        <p:spPr bwMode="gray">
          <a:xfrm>
            <a:off x="3511507" y="2327624"/>
            <a:ext cx="873212" cy="180000"/>
          </a:xfrm>
          <a:prstGeom prst="round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US" sz="1200" noProof="0">
                <a:latin typeface="+mj-lt"/>
                <a:cs typeface="Arial" panose="020B0604020202020204" pitchFamily="34" charset="0"/>
              </a:rPr>
              <a:t>Production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3867752-C343-9F0F-71F4-8373D1746FA1}"/>
              </a:ext>
            </a:extLst>
          </p:cNvPr>
          <p:cNvSpPr/>
          <p:nvPr/>
        </p:nvSpPr>
        <p:spPr bwMode="gray">
          <a:xfrm>
            <a:off x="278633" y="2507625"/>
            <a:ext cx="8340437" cy="125763"/>
          </a:xfrm>
          <a:custGeom>
            <a:avLst/>
            <a:gdLst>
              <a:gd name="connsiteX0" fmla="*/ 0 w 8340437"/>
              <a:gd name="connsiteY0" fmla="*/ 77085 h 125763"/>
              <a:gd name="connsiteX1" fmla="*/ 1267691 w 8340437"/>
              <a:gd name="connsiteY1" fmla="*/ 70158 h 125763"/>
              <a:gd name="connsiteX2" fmla="*/ 2195946 w 8340437"/>
              <a:gd name="connsiteY2" fmla="*/ 885 h 125763"/>
              <a:gd name="connsiteX3" fmla="*/ 3733800 w 8340437"/>
              <a:gd name="connsiteY3" fmla="*/ 125576 h 125763"/>
              <a:gd name="connsiteX4" fmla="*/ 5285509 w 8340437"/>
              <a:gd name="connsiteY4" fmla="*/ 28594 h 125763"/>
              <a:gd name="connsiteX5" fmla="*/ 6373091 w 8340437"/>
              <a:gd name="connsiteY5" fmla="*/ 7812 h 125763"/>
              <a:gd name="connsiteX6" fmla="*/ 7370619 w 8340437"/>
              <a:gd name="connsiteY6" fmla="*/ 111721 h 125763"/>
              <a:gd name="connsiteX7" fmla="*/ 8340437 w 8340437"/>
              <a:gd name="connsiteY7" fmla="*/ 21667 h 1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40437" h="125763">
                <a:moveTo>
                  <a:pt x="0" y="77085"/>
                </a:moveTo>
                <a:lnTo>
                  <a:pt x="1267691" y="70158"/>
                </a:lnTo>
                <a:cubicBezTo>
                  <a:pt x="1633682" y="57458"/>
                  <a:pt x="1784928" y="-8351"/>
                  <a:pt x="2195946" y="885"/>
                </a:cubicBezTo>
                <a:cubicBezTo>
                  <a:pt x="2606964" y="10121"/>
                  <a:pt x="3218873" y="120958"/>
                  <a:pt x="3733800" y="125576"/>
                </a:cubicBezTo>
                <a:cubicBezTo>
                  <a:pt x="4248727" y="130194"/>
                  <a:pt x="4845627" y="48221"/>
                  <a:pt x="5285509" y="28594"/>
                </a:cubicBezTo>
                <a:cubicBezTo>
                  <a:pt x="5725391" y="8967"/>
                  <a:pt x="6025573" y="-6042"/>
                  <a:pt x="6373091" y="7812"/>
                </a:cubicBezTo>
                <a:cubicBezTo>
                  <a:pt x="6720609" y="21666"/>
                  <a:pt x="7042728" y="109412"/>
                  <a:pt x="7370619" y="111721"/>
                </a:cubicBezTo>
                <a:cubicBezTo>
                  <a:pt x="7698510" y="114030"/>
                  <a:pt x="8019473" y="67848"/>
                  <a:pt x="8340437" y="2166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>
              <a:latin typeface="+mj-lt"/>
            </a:endParaRPr>
          </a:p>
        </p:txBody>
      </p:sp>
      <p:sp>
        <p:nvSpPr>
          <p:cNvPr id="7" name="Callout: Line with No Border 6">
            <a:extLst>
              <a:ext uri="{FF2B5EF4-FFF2-40B4-BE49-F238E27FC236}">
                <a16:creationId xmlns:a16="http://schemas.microsoft.com/office/drawing/2014/main" id="{CC5CABC3-DDF1-D15A-BB98-9FDFC09AAE08}"/>
              </a:ext>
            </a:extLst>
          </p:cNvPr>
          <p:cNvSpPr/>
          <p:nvPr/>
        </p:nvSpPr>
        <p:spPr bwMode="gray">
          <a:xfrm>
            <a:off x="6586373" y="1502117"/>
            <a:ext cx="2339163" cy="212845"/>
          </a:xfrm>
          <a:prstGeom prst="callout1">
            <a:avLst>
              <a:gd name="adj1" fmla="val 52053"/>
              <a:gd name="adj2" fmla="val -7679"/>
              <a:gd name="adj3" fmla="val 88107"/>
              <a:gd name="adj4" fmla="val -52447"/>
            </a:avLst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noProof="0">
                <a:solidFill>
                  <a:schemeClr val="tx1"/>
                </a:solidFill>
                <a:latin typeface="+mj-lt"/>
              </a:rPr>
              <a:t>Complaints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17165C-14FE-B0B8-D965-5CB14173877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0372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96BB0-A0A7-F85E-F0BB-4ACED518C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F28C1C-47E9-79F3-51F8-3ABB68C57E5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noProof="0"/>
              <a:t>What is it?</a:t>
            </a:r>
            <a:endParaRPr lang="en-US" sz="1200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167568-B7F3-EAC6-1B3D-BB76F25409F9}"/>
              </a:ext>
            </a:extLst>
          </p:cNvPr>
          <p:cNvSpPr/>
          <p:nvPr/>
        </p:nvSpPr>
        <p:spPr bwMode="gray">
          <a:xfrm>
            <a:off x="432004" y="1671638"/>
            <a:ext cx="2520746" cy="32400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72000" bIns="72000" rtlCol="0" anchor="t"/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sz="2000" b="1" noProof="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WE CARE </a:t>
            </a:r>
            <a:r>
              <a:rPr lang="en-US" sz="2000" b="1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en-US" sz="2000" noProof="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Create </a:t>
            </a:r>
            <a:r>
              <a:rPr lang="en-US" sz="2000" b="1" noProof="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awareness</a:t>
            </a:r>
            <a:r>
              <a:rPr lang="en-US" sz="2000" noProof="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br>
              <a:rPr lang="en-US" sz="2000" noProof="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en-US" sz="2000" noProof="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for </a:t>
            </a:r>
            <a:r>
              <a:rPr lang="en-US" sz="2000" b="1" noProof="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product quality </a:t>
            </a:r>
            <a:br>
              <a:rPr lang="en-US" sz="2000" b="1" noProof="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en-US" sz="2000" noProof="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throughout the </a:t>
            </a:r>
            <a:r>
              <a:rPr lang="en-US" sz="2000" b="1" noProof="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organization</a:t>
            </a:r>
            <a:r>
              <a:rPr lang="en-US" sz="2000" noProof="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 to </a:t>
            </a:r>
            <a:br>
              <a:rPr lang="en-US" sz="2000" noProof="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en-US" sz="2000" b="1" noProof="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reduce customer complaints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D41A5A-316C-FFE0-62A1-FE014B048AF7}"/>
              </a:ext>
            </a:extLst>
          </p:cNvPr>
          <p:cNvSpPr/>
          <p:nvPr/>
        </p:nvSpPr>
        <p:spPr bwMode="gray">
          <a:xfrm>
            <a:off x="3132138" y="1671638"/>
            <a:ext cx="5579857" cy="32400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72000" bIns="72000" rtlCol="0" anchor="t"/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b="1" noProof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Benefits for you</a:t>
            </a:r>
          </a:p>
          <a:p>
            <a:pPr marL="400050" lvl="1" indent="-169863">
              <a:spcAft>
                <a:spcPts val="1200"/>
              </a:spcAft>
              <a:buFont typeface="+mj-lt"/>
              <a:buAutoNum type="arabicPeriod"/>
            </a:pPr>
            <a:r>
              <a:rPr lang="en-US" sz="1400" noProof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Identified </a:t>
            </a:r>
            <a:r>
              <a:rPr lang="en-US" sz="1400" b="1" noProof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risks / reasons for complaints </a:t>
            </a:r>
            <a:br>
              <a:rPr lang="en-US" sz="1400" b="1" noProof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en-US" sz="1400" noProof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on regional / plant level (+ defined actions how to overcome)</a:t>
            </a:r>
          </a:p>
          <a:p>
            <a:pPr marL="400050" lvl="1" indent="-169863">
              <a:spcAft>
                <a:spcPts val="1200"/>
              </a:spcAft>
              <a:buFont typeface="+mj-lt"/>
              <a:buAutoNum type="arabicPeriod"/>
            </a:pPr>
            <a:r>
              <a:rPr lang="en-US" sz="1400" noProof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Clear </a:t>
            </a:r>
            <a:r>
              <a:rPr lang="en-US" sz="1400" b="1" noProof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plan to transform the mindset</a:t>
            </a:r>
            <a:r>
              <a:rPr lang="en-US" sz="1400" noProof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: measures to operationalize the development of Product Quality mindset into the head of all </a:t>
            </a:r>
            <a:r>
              <a:rPr lang="en-US" sz="1400" noProof="0" err="1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HoDs</a:t>
            </a:r>
            <a:r>
              <a:rPr lang="en-US" sz="1400" noProof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 and on the shopfloor (in daily life)</a:t>
            </a:r>
          </a:p>
          <a:p>
            <a:pPr marL="400050" lvl="1" indent="-169863">
              <a:spcAft>
                <a:spcPts val="1200"/>
              </a:spcAft>
              <a:buFont typeface="+mj-lt"/>
              <a:buAutoNum type="arabicPeriod"/>
            </a:pPr>
            <a:r>
              <a:rPr lang="en-US" sz="1400" b="1" noProof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Communication</a:t>
            </a:r>
            <a:r>
              <a:rPr lang="en-US" sz="1400" noProof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matrix</a:t>
            </a:r>
            <a:r>
              <a:rPr lang="en-US" sz="1400" noProof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 for proactive communication with our Customers </a:t>
            </a:r>
          </a:p>
          <a:p>
            <a:pPr marL="400050" lvl="1" indent="-169863">
              <a:spcAft>
                <a:spcPts val="1200"/>
              </a:spcAft>
              <a:buFont typeface="+mj-lt"/>
              <a:buAutoNum type="arabicPeriod"/>
            </a:pPr>
            <a:r>
              <a:rPr lang="en-US" sz="1400" noProof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Process for </a:t>
            </a:r>
            <a:r>
              <a:rPr lang="en-US" sz="1400" b="1" noProof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professional Complaint Handling</a:t>
            </a:r>
          </a:p>
        </p:txBody>
      </p:sp>
      <p:sp>
        <p:nvSpPr>
          <p:cNvPr id="8" name="Title 9">
            <a:extLst>
              <a:ext uri="{FF2B5EF4-FFF2-40B4-BE49-F238E27FC236}">
                <a16:creationId xmlns:a16="http://schemas.microsoft.com/office/drawing/2014/main" id="{1C1D4E95-F31E-921E-1BF0-873CB257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588" y="591750"/>
            <a:ext cx="6300000" cy="539999"/>
          </a:xfrm>
        </p:spPr>
        <p:txBody>
          <a:bodyPr/>
          <a:lstStyle/>
          <a:p>
            <a:r>
              <a:rPr lang="en-US" sz="3600" b="1" spc="-150" noProof="0">
                <a:latin typeface="Aptos" panose="020B0004020202020204" pitchFamily="34" charset="0"/>
              </a:rPr>
              <a:t>WE CARE </a:t>
            </a:r>
            <a:r>
              <a:rPr lang="en-US" sz="3200" b="1" spc="-100" baseline="56000" noProof="0">
                <a:latin typeface="Aptos" panose="020B0004020202020204" pitchFamily="34" charset="0"/>
              </a:rPr>
              <a:t>Awareness Campaign</a:t>
            </a:r>
            <a:endParaRPr lang="en-US" sz="3600" b="1" spc="-100" baseline="56000" noProof="0">
              <a:latin typeface="Aptos" panose="020B00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5942FA-9955-154A-8559-56124EE00BC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7349F0D-77CE-D990-D14A-255AF522F67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AD828B-4009-29E1-BFC2-A1791699612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0998A37-7DA0-4797-BE0F-1407C577BB96}" type="slidenum">
              <a:rPr lang="en-GB" noProof="0" smtClean="0"/>
              <a:pPr/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2695404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CA442-C42F-7D81-C0C5-CCC482964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Thumbs Down with solid fill">
            <a:extLst>
              <a:ext uri="{FF2B5EF4-FFF2-40B4-BE49-F238E27FC236}">
                <a16:creationId xmlns:a16="http://schemas.microsoft.com/office/drawing/2014/main" id="{8211AE7C-8E35-1E72-FD53-98AD42552F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6584" y="-6559"/>
            <a:ext cx="5150059" cy="515005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70E7E9D-D128-B049-D323-338068FA3368}"/>
              </a:ext>
            </a:extLst>
          </p:cNvPr>
          <p:cNvSpPr/>
          <p:nvPr/>
        </p:nvSpPr>
        <p:spPr bwMode="gray">
          <a:xfrm>
            <a:off x="3896749" y="0"/>
            <a:ext cx="5247251" cy="5143500"/>
          </a:xfrm>
          <a:prstGeom prst="rect">
            <a:avLst/>
          </a:prstGeom>
          <a:solidFill>
            <a:srgbClr val="004D9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Logistics: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 best possible planning and educate our customers for better forecasts and order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 labeling process in all areas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Sales:</a:t>
            </a:r>
            <a:r>
              <a:rPr lang="en-US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not sell 24/7 when maintenance and other downtimes are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 considered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not finalize contracts before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quality requirements are clear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not assume that “extra-service” doesn’t cost extra 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not approve drawings and specs without plant involvement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not allow increase of measurements without verifying against the standards and the plant resources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Production / BU / Maintenance: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 a solid change control process being fully aware of traceability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 quality in failure analysis and RCAs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not push claims to quality, take ownership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Quality: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 accepting complaints when defect rate within AQL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 and insist more on proper RCAs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critically complaint numbers, costs, trends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 responsibility to manage quality on higher level in all areas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8B3B12-20A9-1895-A7A2-EED2E95770E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2003" y="1146517"/>
            <a:ext cx="3443646" cy="189913"/>
          </a:xfrm>
        </p:spPr>
        <p:txBody>
          <a:bodyPr/>
          <a:lstStyle/>
          <a:p>
            <a:r>
              <a:rPr lang="en-US" i="1" noProof="0">
                <a:latin typeface="Aptos" panose="020B0004020202020204" pitchFamily="34" charset="0"/>
                <a:cs typeface="Arial" panose="020B0604020202020204" pitchFamily="34" charset="0"/>
              </a:rPr>
              <a:t>How can the leadership team support</a:t>
            </a:r>
            <a:endParaRPr lang="en-US" noProof="0"/>
          </a:p>
        </p:txBody>
      </p:sp>
      <p:sp>
        <p:nvSpPr>
          <p:cNvPr id="3" name="Title 9">
            <a:extLst>
              <a:ext uri="{FF2B5EF4-FFF2-40B4-BE49-F238E27FC236}">
                <a16:creationId xmlns:a16="http://schemas.microsoft.com/office/drawing/2014/main" id="{32CD357B-E928-A6B2-79DE-7B132F7FD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588" y="591750"/>
            <a:ext cx="3509825" cy="539999"/>
          </a:xfrm>
        </p:spPr>
        <p:txBody>
          <a:bodyPr/>
          <a:lstStyle/>
          <a:p>
            <a:r>
              <a:rPr lang="en-US" sz="3600" b="1" spc="-150" noProof="0">
                <a:latin typeface="Aptos" panose="020B0004020202020204" pitchFamily="34" charset="0"/>
              </a:rPr>
              <a:t>WE CARE </a:t>
            </a:r>
            <a:r>
              <a:rPr lang="en-US" sz="3200" b="1" spc="-100" baseline="56000" noProof="0">
                <a:latin typeface="Aptos" panose="020B0004020202020204" pitchFamily="34" charset="0"/>
              </a:rPr>
              <a:t>Awareness</a:t>
            </a:r>
            <a:endParaRPr lang="en-US" sz="3600" b="1" spc="-100" baseline="56000" noProof="0">
              <a:latin typeface="Aptos" panose="020B0004020202020204" pitchFamily="34" charset="0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1879F035-A85A-241D-DAC2-746FD3884B9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 noProof="0"/>
              <a:t>01/2026</a:t>
            </a:r>
            <a:endParaRPr lang="en-GB" noProof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6D5F364-DDD8-F26D-5A52-277B336C014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9777D2-18F3-A644-FF14-EF67074575D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0998A37-7DA0-4797-BE0F-1407C577BB96}" type="slidenum">
              <a:rPr lang="en-GB" noProof="0" smtClean="0"/>
              <a:pPr/>
              <a:t>8</a:t>
            </a:fld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94442F-4F91-BB38-1CB1-9B66717196DF}"/>
              </a:ext>
            </a:extLst>
          </p:cNvPr>
          <p:cNvSpPr/>
          <p:nvPr/>
        </p:nvSpPr>
        <p:spPr bwMode="gray">
          <a:xfrm>
            <a:off x="432004" y="1671638"/>
            <a:ext cx="3239884" cy="32400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72000" bIns="72000" rtlCol="0" anchor="ctr"/>
          <a:lstStyle/>
          <a:p>
            <a:pPr lvl="0">
              <a:defRPr/>
            </a:pPr>
            <a:r>
              <a:rPr lang="en-US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Typical misbehavior</a:t>
            </a:r>
          </a:p>
          <a:p>
            <a:pPr lvl="0">
              <a:defRPr/>
            </a:pPr>
            <a:endParaRPr lang="en-US" sz="1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…where do we need to react differently</a:t>
            </a:r>
            <a:r>
              <a:rPr lang="en-US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49050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A36FF-6A03-AE0D-9F0C-D5B51F713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Thumbs Down with solid fill">
            <a:extLst>
              <a:ext uri="{FF2B5EF4-FFF2-40B4-BE49-F238E27FC236}">
                <a16:creationId xmlns:a16="http://schemas.microsoft.com/office/drawing/2014/main" id="{65D1EACC-B235-D3E5-7A59-7F27112440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3776584" y="-6559"/>
            <a:ext cx="5150059" cy="5150059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95B172-6538-E11A-F575-1F9345CDC68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2003" y="1131888"/>
            <a:ext cx="8279991" cy="179862"/>
          </a:xfrm>
        </p:spPr>
        <p:txBody>
          <a:bodyPr/>
          <a:lstStyle/>
          <a:p>
            <a:r>
              <a:rPr lang="en-US" i="1" noProof="0">
                <a:latin typeface="Aptos" panose="020B0004020202020204" pitchFamily="34" charset="0"/>
                <a:cs typeface="Arial" panose="020B0604020202020204" pitchFamily="34" charset="0"/>
              </a:rPr>
              <a:t>How can the leadership team support</a:t>
            </a:r>
            <a:endParaRPr lang="en-US" noProof="0"/>
          </a:p>
        </p:txBody>
      </p:sp>
      <p:sp>
        <p:nvSpPr>
          <p:cNvPr id="3" name="Title 9">
            <a:extLst>
              <a:ext uri="{FF2B5EF4-FFF2-40B4-BE49-F238E27FC236}">
                <a16:creationId xmlns:a16="http://schemas.microsoft.com/office/drawing/2014/main" id="{1D1C5CB8-27F0-0150-C69F-2D5540B2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588" y="591750"/>
            <a:ext cx="6300000" cy="539999"/>
          </a:xfrm>
        </p:spPr>
        <p:txBody>
          <a:bodyPr/>
          <a:lstStyle/>
          <a:p>
            <a:r>
              <a:rPr lang="en-US" sz="3600" b="1" spc="-150" noProof="0">
                <a:latin typeface="Aptos" panose="020B0004020202020204" pitchFamily="34" charset="0"/>
              </a:rPr>
              <a:t>WE CARE </a:t>
            </a:r>
            <a:r>
              <a:rPr lang="en-US" sz="3200" b="1" spc="-100" baseline="56000" noProof="0">
                <a:latin typeface="Aptos" panose="020B0004020202020204" pitchFamily="34" charset="0"/>
              </a:rPr>
              <a:t>Awareness </a:t>
            </a:r>
            <a:endParaRPr lang="en-US" sz="3600" b="1" spc="-100" baseline="56000" noProof="0">
              <a:latin typeface="Aptos" panose="020B0004020202020204" pitchFamily="34" charset="0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F17AC2-D8A7-B737-2CA5-1B10735CB14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 noProof="0"/>
              <a:t>01/2026</a:t>
            </a:r>
            <a:endParaRPr lang="en-GB" noProof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F1899E1-2155-72E9-D281-131A08187E7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DE40D1A-3D7C-792A-7C64-BC2CC847E07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0998A37-7DA0-4797-BE0F-1407C577BB96}" type="slidenum">
              <a:rPr lang="en-GB" noProof="0" smtClean="0"/>
              <a:pPr/>
              <a:t>9</a:t>
            </a:fld>
            <a:endParaRPr lang="en-GB" noProof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1BCACE-A776-BB26-ECE4-A22A6E357A2C}"/>
              </a:ext>
            </a:extLst>
          </p:cNvPr>
          <p:cNvSpPr/>
          <p:nvPr/>
        </p:nvSpPr>
        <p:spPr bwMode="gray">
          <a:xfrm>
            <a:off x="3896749" y="0"/>
            <a:ext cx="5247251" cy="5143500"/>
          </a:xfrm>
          <a:prstGeom prst="rect">
            <a:avLst/>
          </a:prstGeom>
          <a:solidFill>
            <a:srgbClr val="004D9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 out 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emotions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focus on the 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facts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solutions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 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having standard meetings with customers (rather than escalation meetings)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the better your 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relationship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with the customer, the easier it is to overcome failures or a crisis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monthly or quarterly customer review meetings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Always be aligned with the customer in terms of accepted customer complaints and collaboration to avoid bad surprises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reliable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stick to what was agreed (content, timing, etc.)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Always be 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internally aligned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only share clear facts and statements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 fast and pro-active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internally and towards the customers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 strive for a partnership based on mutual trust !!!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0F3ECF-6764-84DE-6C9D-23A16763D9B2}"/>
              </a:ext>
            </a:extLst>
          </p:cNvPr>
          <p:cNvSpPr/>
          <p:nvPr/>
        </p:nvSpPr>
        <p:spPr bwMode="gray">
          <a:xfrm>
            <a:off x="432004" y="1671638"/>
            <a:ext cx="3239884" cy="32400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72000" bIns="72000" rtlCol="0" anchor="ctr"/>
          <a:lstStyle/>
          <a:p>
            <a:pPr lvl="0">
              <a:defRPr/>
            </a:pPr>
            <a:r>
              <a:rPr lang="en-US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factors</a:t>
            </a:r>
          </a:p>
          <a:p>
            <a:pPr lvl="0">
              <a:defRPr/>
            </a:pPr>
            <a:endParaRPr lang="en-US" sz="1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defRPr/>
            </a:pP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…why is proactive internal and external communication necessary?</a:t>
            </a:r>
            <a:endParaRPr lang="en-US" sz="1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57472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62479-B411-DA49-6E13-7D85DD4DF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7A322BC-F41B-9C72-37C5-9466951237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2003" y="1131888"/>
            <a:ext cx="8279991" cy="179862"/>
          </a:xfrm>
        </p:spPr>
        <p:txBody>
          <a:bodyPr/>
          <a:lstStyle/>
          <a:p>
            <a:r>
              <a:rPr lang="en-US" noProof="0"/>
              <a:t>We Care Workshop</a:t>
            </a:r>
            <a:endParaRPr lang="en-US" sz="1200" noProof="0"/>
          </a:p>
        </p:txBody>
      </p:sp>
      <p:sp>
        <p:nvSpPr>
          <p:cNvPr id="3" name="Title 9">
            <a:extLst>
              <a:ext uri="{FF2B5EF4-FFF2-40B4-BE49-F238E27FC236}">
                <a16:creationId xmlns:a16="http://schemas.microsoft.com/office/drawing/2014/main" id="{53EAEDC4-D3A5-3F2F-4748-D5C25D7D5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588" y="591750"/>
            <a:ext cx="6300000" cy="539999"/>
          </a:xfrm>
        </p:spPr>
        <p:txBody>
          <a:bodyPr/>
          <a:lstStyle/>
          <a:p>
            <a:r>
              <a:rPr lang="en-US" sz="3600" b="1" spc="-150" noProof="0">
                <a:latin typeface="Aptos" panose="020B0004020202020204" pitchFamily="34" charset="0"/>
              </a:rPr>
              <a:t>WE CARE </a:t>
            </a:r>
            <a:r>
              <a:rPr lang="en-US" sz="3200" b="1" spc="-100" baseline="56000" noProof="0">
                <a:latin typeface="Aptos" panose="020B0004020202020204" pitchFamily="34" charset="0"/>
              </a:rPr>
              <a:t>Awareness Campaign</a:t>
            </a:r>
            <a:endParaRPr lang="en-US" sz="3600" b="1" spc="-100" baseline="56000" noProof="0">
              <a:latin typeface="Aptos" panose="020B0004020202020204" pitchFamily="34" charset="0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E5B6C041-F2B9-DD15-508A-6BA02AE6658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 noProof="0"/>
              <a:t>11/2025</a:t>
            </a:r>
            <a:endParaRPr lang="en-GB" noProof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5F8F9CC-0ED0-5394-9667-B62FB74A88E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WE CARE ... not yet enough!</a:t>
            </a:r>
            <a:endParaRPr lang="en-GB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48A2DDB-D1AA-CF9D-8545-825C34AB4FF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0998A37-7DA0-4797-BE0F-1407C577BB96}" type="slidenum">
              <a:rPr lang="en-GB" noProof="0" smtClean="0"/>
              <a:pPr/>
              <a:t>10</a:t>
            </a:fld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04B239-9551-C854-83A8-A90A6EC943D3}"/>
              </a:ext>
            </a:extLst>
          </p:cNvPr>
          <p:cNvSpPr/>
          <p:nvPr/>
        </p:nvSpPr>
        <p:spPr bwMode="gray">
          <a:xfrm>
            <a:off x="432000" y="1851887"/>
            <a:ext cx="2635347" cy="29676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ctr"/>
            <a:r>
              <a:rPr lang="en-US" sz="1400" b="1" dirty="0">
                <a:solidFill>
                  <a:schemeClr val="tx1"/>
                </a:solidFill>
                <a:cs typeface="Arial" panose="020B0604020202020204" pitchFamily="34" charset="0"/>
              </a:rPr>
              <a:t>Workshop (executed by Corp)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2 days</a:t>
            </a:r>
          </a:p>
          <a:p>
            <a:pPr algn="ctr"/>
            <a:r>
              <a:rPr lang="en-US" sz="1000" b="1" dirty="0">
                <a:solidFill>
                  <a:schemeClr val="tx1"/>
                </a:solidFill>
                <a:cs typeface="Arial" panose="020B0604020202020204" pitchFamily="34" charset="0"/>
              </a:rPr>
              <a:t>1 critical plant per region</a:t>
            </a:r>
          </a:p>
          <a:p>
            <a:pPr algn="ctr"/>
            <a:endParaRPr lang="en-US" sz="10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Lead: Corp. QA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Regional Q, Regional OPEX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Reg. Head of Operations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Plant manager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Relevant Local Plant management </a:t>
            </a:r>
            <a:b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(QA, Prod, Log, Main, OPEX)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Local/country Sales &amp; PDM-team (split based on main customers in respective plant)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0DE256-F482-C1E1-A241-96342876D317}"/>
              </a:ext>
            </a:extLst>
          </p:cNvPr>
          <p:cNvSpPr/>
          <p:nvPr/>
        </p:nvSpPr>
        <p:spPr bwMode="gray">
          <a:xfrm>
            <a:off x="3387388" y="1851887"/>
            <a:ext cx="2635347" cy="29676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ctr"/>
            <a:r>
              <a:rPr lang="en-US" sz="1400" b="1">
                <a:solidFill>
                  <a:schemeClr val="tx1"/>
                </a:solidFill>
                <a:cs typeface="Arial" panose="020B0604020202020204" pitchFamily="34" charset="0"/>
              </a:rPr>
              <a:t>Workshop (by Region)</a:t>
            </a:r>
          </a:p>
          <a:p>
            <a:pPr algn="ctr"/>
            <a:r>
              <a:rPr lang="en-US" sz="1000">
                <a:solidFill>
                  <a:schemeClr val="tx1"/>
                </a:solidFill>
                <a:cs typeface="Arial" panose="020B0604020202020204" pitchFamily="34" charset="0"/>
              </a:rPr>
              <a:t>2 days</a:t>
            </a:r>
          </a:p>
          <a:p>
            <a:pPr algn="ctr"/>
            <a:r>
              <a:rPr lang="en-US" sz="1000" b="1">
                <a:solidFill>
                  <a:schemeClr val="tx1"/>
                </a:solidFill>
                <a:cs typeface="Arial" panose="020B0604020202020204" pitchFamily="34" charset="0"/>
              </a:rPr>
              <a:t>Other 3-5 critical plants per region</a:t>
            </a:r>
          </a:p>
          <a:p>
            <a:pPr algn="ctr"/>
            <a:endParaRPr lang="en-US" sz="10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1"/>
                </a:solidFill>
                <a:cs typeface="Arial" panose="020B0604020202020204" pitchFamily="34" charset="0"/>
              </a:rPr>
              <a:t>Lead: Regional QA &amp; OPEX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1"/>
                </a:solidFill>
                <a:cs typeface="Arial" panose="020B0604020202020204" pitchFamily="34" charset="0"/>
              </a:rPr>
              <a:t>Plant manager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1"/>
                </a:solidFill>
                <a:cs typeface="Arial" panose="020B0604020202020204" pitchFamily="34" charset="0"/>
              </a:rPr>
              <a:t>Relevant Local Plant management </a:t>
            </a:r>
            <a:br>
              <a:rPr lang="en-US" sz="100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sz="1000">
                <a:solidFill>
                  <a:schemeClr val="tx1"/>
                </a:solidFill>
                <a:cs typeface="Arial" panose="020B0604020202020204" pitchFamily="34" charset="0"/>
              </a:rPr>
              <a:t>(QA, Prod, Log, Main, OPEX)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1"/>
                </a:solidFill>
                <a:cs typeface="Arial" panose="020B0604020202020204" pitchFamily="34" charset="0"/>
              </a:rPr>
              <a:t>Local/country Sales &amp; PDM-team (split based on main customers in respective plant – all Sales / PDM should participate)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tx1"/>
                </a:solidFill>
                <a:cs typeface="Arial" panose="020B0604020202020204" pitchFamily="34" charset="0"/>
              </a:rPr>
              <a:t>optional: Reg. Head of Operations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sz="1000">
                <a:solidFill>
                  <a:schemeClr val="tx1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same agenda / content as in Workshop done by Corporate</a:t>
            </a:r>
          </a:p>
          <a:p>
            <a:endParaRPr lang="en-US" sz="100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0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/>
            <a:endParaRPr lang="en-US" sz="10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/>
            <a:endParaRPr lang="en-US" sz="10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A9A811-5422-19C5-26AD-0F0882A17138}"/>
              </a:ext>
            </a:extLst>
          </p:cNvPr>
          <p:cNvSpPr/>
          <p:nvPr/>
        </p:nvSpPr>
        <p:spPr bwMode="gray">
          <a:xfrm>
            <a:off x="6363557" y="1851887"/>
            <a:ext cx="2635347" cy="29676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ctr"/>
            <a:r>
              <a:rPr lang="en-US" sz="1400" b="1" dirty="0">
                <a:solidFill>
                  <a:schemeClr val="tx1"/>
                </a:solidFill>
                <a:cs typeface="Arial" panose="020B0604020202020204" pitchFamily="34" charset="0"/>
              </a:rPr>
              <a:t>Workshop (by Region)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1 day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000" b="1" dirty="0">
                <a:solidFill>
                  <a:schemeClr val="tx1"/>
                </a:solidFill>
                <a:cs typeface="Arial" panose="020B0604020202020204" pitchFamily="34" charset="0"/>
              </a:rPr>
              <a:t>all other plants per region</a:t>
            </a:r>
            <a:endParaRPr lang="en-US" sz="10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/>
            <a:endParaRPr lang="en-US" sz="10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Lead: Regional QA &amp; OPEX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Plant manager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Local QA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Local OPEX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optional: Reg. Head of Operations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Reduced agenda. Focus is on raising awareness to set special actions by team itself in the plant</a:t>
            </a:r>
            <a:endParaRPr lang="en-US" sz="10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/>
            <a:endParaRPr lang="en-US" sz="10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78891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5BA3A-B5F4-43DD-43E7-AA00E5FFB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00026-EA08-4025-4EAB-B9D1B2E00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1"/>
              <a:t>WE CARE ... not yet enough!</a:t>
            </a:r>
            <a:endParaRPr lang="en-GB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8CE35-575F-33D8-DC71-4C8321E87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98A37-7DA0-4797-BE0F-1407C577BB96}" type="slidenum">
              <a:rPr lang="en-GB" noProof="1" smtClean="0"/>
              <a:pPr/>
              <a:t>11</a:t>
            </a:fld>
            <a:r>
              <a:rPr lang="en-GB" noProof="1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C671B-7F21-6AF4-0ABE-96AD004AC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1"/>
              <a:t>11/2025</a:t>
            </a:r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3547300240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NNOVA_CATEGORY" val="None"/>
  <p:tag name="ISPRING_RESOURCE_PATHS_HASH_PRESENTER" val="a8324ed4d463bf80e7fc17985c4abcc19ef548c"/>
</p:tagLst>
</file>

<file path=ppt/theme/theme1.xml><?xml version="1.0" encoding="utf-8"?>
<a:theme xmlns:a="http://schemas.openxmlformats.org/drawingml/2006/main" name="ALPLA">
  <a:themeElements>
    <a:clrScheme name="Alpla">
      <a:dk1>
        <a:srgbClr val="004D90"/>
      </a:dk1>
      <a:lt1>
        <a:srgbClr val="FFFFFF"/>
      </a:lt1>
      <a:dk2>
        <a:srgbClr val="E5F3FA"/>
      </a:dk2>
      <a:lt2>
        <a:srgbClr val="FFFFFF"/>
      </a:lt2>
      <a:accent1>
        <a:srgbClr val="004D90"/>
      </a:accent1>
      <a:accent2>
        <a:srgbClr val="85C7E3"/>
      </a:accent2>
      <a:accent3>
        <a:srgbClr val="C9E6F3"/>
      </a:accent3>
      <a:accent4>
        <a:srgbClr val="787878"/>
      </a:accent4>
      <a:accent5>
        <a:srgbClr val="AAAAAA"/>
      </a:accent5>
      <a:accent6>
        <a:srgbClr val="DCDCDC"/>
      </a:accent6>
      <a:hlink>
        <a:srgbClr val="85C7E3"/>
      </a:hlink>
      <a:folHlink>
        <a:srgbClr val="004D9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004D90"/>
        </a:solidFill>
        <a:ln>
          <a:noFill/>
        </a:ln>
      </a:spPr>
      <a:bodyPr lIns="72000" tIns="72000" rIns="72000" bIns="72000" rtlCol="0" anchor="ctr"/>
      <a:lstStyle>
        <a:defPPr algn="ctr">
          <a:defRPr sz="1000" dirty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 cap="sq">
          <a:solidFill>
            <a:srgbClr val="004D90"/>
          </a:solidFill>
          <a:bevel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>
          <a:lnSpc>
            <a:spcPct val="100000"/>
          </a:lnSpc>
          <a:spcBef>
            <a:spcPts val="300"/>
          </a:spcBef>
          <a:spcAft>
            <a:spcPts val="300"/>
          </a:spcAft>
          <a:buFont typeface="Wingdings" panose="05000000000000000000" pitchFamily="2" charset="2"/>
          <a:buChar char="§"/>
          <a:defRPr sz="1000" dirty="0" err="1" smtClean="0"/>
        </a:defPPr>
      </a:lstStyle>
    </a:txDef>
  </a:objectDefaults>
  <a:extraClrSchemeLst/>
  <a:custClrLst>
    <a:custClr name="Grey">
      <a:srgbClr val="E9E9EB"/>
    </a:custClr>
    <a:custClr name="White aluminum">
      <a:srgbClr val="BDBEC0"/>
    </a:custClr>
    <a:custClr name="Black">
      <a:srgbClr val="000000"/>
    </a:custClr>
    <a:custClr name=" Signal green  ">
      <a:srgbClr val="00B052"/>
    </a:custClr>
    <a:custClr name=" Traffic light yellow  ">
      <a:srgbClr val="F7D117"/>
    </a:custClr>
    <a:custClr name="Red orange">
      <a:srgbClr val="ED6E00"/>
    </a:custClr>
    <a:custClr name="Signal red">
      <a:srgbClr val="B01C2E"/>
    </a:custClr>
    <a:custClr name="Text blue">
      <a:srgbClr val="2793C9"/>
    </a:custClr>
  </a:custClrLst>
  <a:extLst>
    <a:ext uri="{05A4C25C-085E-4340-85A3-A5531E510DB2}">
      <thm15:themeFamily xmlns:thm15="http://schemas.microsoft.com/office/thememl/2012/main" name="ALPLA_SlideLibrary" id="{53496777-4113-4053-BB33-965B386E62AC}" vid="{5CD733B5-B6D5-48B0-BD50-70A3DBD7249E}"/>
    </a:ext>
  </a:extLst>
</a:theme>
</file>

<file path=ppt/theme/theme2.xml><?xml version="1.0" encoding="utf-8"?>
<a:theme xmlns:a="http://schemas.openxmlformats.org/drawingml/2006/main" name="Office Theme">
  <a:themeElements>
    <a:clrScheme name="Alpla">
      <a:dk1>
        <a:srgbClr val="004D90"/>
      </a:dk1>
      <a:lt1>
        <a:srgbClr val="FFFFFF"/>
      </a:lt1>
      <a:dk2>
        <a:srgbClr val="ECF6FC"/>
      </a:dk2>
      <a:lt2>
        <a:srgbClr val="FFFFFF"/>
      </a:lt2>
      <a:accent1>
        <a:srgbClr val="004D90"/>
      </a:accent1>
      <a:accent2>
        <a:srgbClr val="85C7E3"/>
      </a:accent2>
      <a:accent3>
        <a:srgbClr val="C9E6F3"/>
      </a:accent3>
      <a:accent4>
        <a:srgbClr val="787878"/>
      </a:accent4>
      <a:accent5>
        <a:srgbClr val="AAAAAA"/>
      </a:accent5>
      <a:accent6>
        <a:srgbClr val="DCDCDC"/>
      </a:accent6>
      <a:hlink>
        <a:srgbClr val="85C7E3"/>
      </a:hlink>
      <a:folHlink>
        <a:srgbClr val="004D90"/>
      </a:folHlink>
    </a:clrScheme>
    <a:fontScheme name="ALPL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 w="3175">
          <a:solidFill>
            <a:schemeClr val="accent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 cap="sq">
          <a:solidFill>
            <a:srgbClr val="004D90"/>
          </a:solidFill>
          <a:bevel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>
          <a:lnSpc>
            <a:spcPct val="100000"/>
          </a:lnSpc>
          <a:spcBef>
            <a:spcPts val="300"/>
          </a:spcBef>
          <a:spcAft>
            <a:spcPts val="300"/>
          </a:spcAft>
          <a:buFont typeface="Wingdings" panose="05000000000000000000" pitchFamily="2" charset="2"/>
          <a:buChar char="§"/>
          <a:defRPr sz="1000" dirty="0" err="1" smtClean="0"/>
        </a:defPPr>
      </a:lstStyle>
    </a:txDef>
  </a:objectDefaults>
  <a:extraClrSchemeLst/>
  <a:custClrLst>
    <a:custClr name="Grey">
      <a:srgbClr val="E9E9EB"/>
    </a:custClr>
    <a:custClr name="White aluminum">
      <a:srgbClr val="BDBEC0"/>
    </a:custClr>
    <a:custClr name="Black">
      <a:srgbClr val="000000"/>
    </a:custClr>
    <a:custClr name=" Signal green  ">
      <a:srgbClr val="00B052"/>
    </a:custClr>
    <a:custClr name=" Traffic light yellow  ">
      <a:srgbClr val="F7D117"/>
    </a:custClr>
    <a:custClr name="Red orange">
      <a:srgbClr val="ED6E00"/>
    </a:custClr>
    <a:custClr name="Signal red">
      <a:srgbClr val="B01C2E"/>
    </a:custClr>
    <a:custClr name="Text blue">
      <a:srgbClr val="2793C9"/>
    </a:custClr>
  </a:custClrLst>
</a:theme>
</file>

<file path=ppt/theme/theme3.xml><?xml version="1.0" encoding="utf-8"?>
<a:theme xmlns:a="http://schemas.openxmlformats.org/drawingml/2006/main" name="Office Theme">
  <a:themeElements>
    <a:clrScheme name="Alpla">
      <a:dk1>
        <a:srgbClr val="004D90"/>
      </a:dk1>
      <a:lt1>
        <a:srgbClr val="FFFFFF"/>
      </a:lt1>
      <a:dk2>
        <a:srgbClr val="ECF6FC"/>
      </a:dk2>
      <a:lt2>
        <a:srgbClr val="FFFFFF"/>
      </a:lt2>
      <a:accent1>
        <a:srgbClr val="004D90"/>
      </a:accent1>
      <a:accent2>
        <a:srgbClr val="85C7E3"/>
      </a:accent2>
      <a:accent3>
        <a:srgbClr val="C9E6F3"/>
      </a:accent3>
      <a:accent4>
        <a:srgbClr val="787878"/>
      </a:accent4>
      <a:accent5>
        <a:srgbClr val="AAAAAA"/>
      </a:accent5>
      <a:accent6>
        <a:srgbClr val="DCDCDC"/>
      </a:accent6>
      <a:hlink>
        <a:srgbClr val="85C7E3"/>
      </a:hlink>
      <a:folHlink>
        <a:srgbClr val="004D90"/>
      </a:folHlink>
    </a:clrScheme>
    <a:fontScheme name="ALPL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 w="3175">
          <a:solidFill>
            <a:schemeClr val="accent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 cap="sq">
          <a:solidFill>
            <a:srgbClr val="004D90"/>
          </a:solidFill>
          <a:bevel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>
          <a:lnSpc>
            <a:spcPct val="100000"/>
          </a:lnSpc>
          <a:spcBef>
            <a:spcPts val="300"/>
          </a:spcBef>
          <a:spcAft>
            <a:spcPts val="300"/>
          </a:spcAft>
          <a:buFont typeface="Wingdings" panose="05000000000000000000" pitchFamily="2" charset="2"/>
          <a:buChar char="§"/>
          <a:defRPr sz="1000" dirty="0" err="1" smtClean="0"/>
        </a:defPPr>
      </a:lstStyle>
    </a:txDef>
  </a:objectDefaults>
  <a:extraClrSchemeLst/>
  <a:custClrLst>
    <a:custClr name="Grey">
      <a:srgbClr val="E9E9EB"/>
    </a:custClr>
    <a:custClr name="White aluminum">
      <a:srgbClr val="BDBEC0"/>
    </a:custClr>
    <a:custClr name="Black">
      <a:srgbClr val="000000"/>
    </a:custClr>
    <a:custClr name=" Signal green  ">
      <a:srgbClr val="00B052"/>
    </a:custClr>
    <a:custClr name=" Traffic light yellow  ">
      <a:srgbClr val="F7D117"/>
    </a:custClr>
    <a:custClr name="Red orange">
      <a:srgbClr val="ED6E00"/>
    </a:custClr>
    <a:custClr name="Signal red">
      <a:srgbClr val="B01C2E"/>
    </a:custClr>
    <a:custClr name="Text blue">
      <a:srgbClr val="2793C9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da8b6fd-967c-477e-ac25-16f68fd41ab9">
      <Terms xmlns="http://schemas.microsoft.com/office/infopath/2007/PartnerControls"/>
    </lcf76f155ced4ddcb4097134ff3c332f>
    <DocType xmlns="8da8b6fd-967c-477e-ac25-16f68fd41ab9" xsi:nil="true"/>
    <Active xmlns="8da8b6fd-967c-477e-ac25-16f68fd41ab9">Active</Active>
    <TaxCatchAll xmlns="692507cd-2c6a-4044-ae5e-384fdbd3450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82B64AC9BBA94AACC1117CE3E86D1A" ma:contentTypeVersion="19" ma:contentTypeDescription="Create a new document." ma:contentTypeScope="" ma:versionID="e0b958c9fb1b315c36f23d3b75b306a8">
  <xsd:schema xmlns:xsd="http://www.w3.org/2001/XMLSchema" xmlns:xs="http://www.w3.org/2001/XMLSchema" xmlns:p="http://schemas.microsoft.com/office/2006/metadata/properties" xmlns:ns2="8da8b6fd-967c-477e-ac25-16f68fd41ab9" xmlns:ns3="692507cd-2c6a-4044-ae5e-384fdbd3450c" targetNamespace="http://schemas.microsoft.com/office/2006/metadata/properties" ma:root="true" ma:fieldsID="77f9de747212b39201fa5c9ed7955ea7" ns2:_="" ns3:_="">
    <xsd:import namespace="8da8b6fd-967c-477e-ac25-16f68fd41ab9"/>
    <xsd:import namespace="692507cd-2c6a-4044-ae5e-384fdbd345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DocType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Activ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a8b6fd-967c-477e-ac25-16f68fd41a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DocType" ma:index="14" nillable="true" ma:displayName="DocType" ma:format="Dropdown" ma:internalName="DocType">
      <xsd:simpleType>
        <xsd:restriction base="dms:Choice">
          <xsd:enumeration value="General"/>
          <xsd:enumeration value="KPI"/>
          <xsd:enumeration value="Concepts"/>
          <xsd:enumeration value="KPI test"/>
          <xsd:enumeration value="KPI definition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2cde2198-0f9c-420e-a507-006004157a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Active" ma:index="24" nillable="true" ma:displayName="Active" ma:default="Active" ma:format="Dropdown" ma:internalName="Active">
      <xsd:simpleType>
        <xsd:restriction base="dms:Choice">
          <xsd:enumeration value="Active"/>
          <xsd:enumeration value="Closed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2507cd-2c6a-4044-ae5e-384fdbd3450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3725b72-b47d-47ea-85b4-4f6bf0689f43}" ma:internalName="TaxCatchAll" ma:showField="CatchAllData" ma:web="692507cd-2c6a-4044-ae5e-384fdbd3450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61CFED-9B24-490C-B311-FC694282B2A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6EFB64-8228-4F8B-AE90-AD6C47E3EC6C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http://purl.org/dc/dcmitype/"/>
    <ds:schemaRef ds:uri="692507cd-2c6a-4044-ae5e-384fdbd3450c"/>
    <ds:schemaRef ds:uri="http://schemas.openxmlformats.org/package/2006/metadata/core-properties"/>
    <ds:schemaRef ds:uri="8da8b6fd-967c-477e-ac25-16f68fd41ab9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185F09E-EF90-495C-93EF-1B27BEAA54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a8b6fd-967c-477e-ac25-16f68fd41ab9"/>
    <ds:schemaRef ds:uri="692507cd-2c6a-4044-ae5e-384fdbd345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Alpla_SlideLibrary</Template>
  <TotalTime>0</TotalTime>
  <Words>972</Words>
  <Application>Microsoft Office PowerPoint</Application>
  <PresentationFormat>On-screen Show (16:9)</PresentationFormat>
  <Paragraphs>202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Ubuntu</vt:lpstr>
      <vt:lpstr>Wingdings</vt:lpstr>
      <vt:lpstr>ALPLA</vt:lpstr>
      <vt:lpstr>WE CARE</vt:lpstr>
      <vt:lpstr>Complaints &amp; warnings   …do you know?</vt:lpstr>
      <vt:lpstr>Current Challenges: WHY</vt:lpstr>
      <vt:lpstr>Current Challenges: WHY</vt:lpstr>
      <vt:lpstr>PowerPoint Presentation</vt:lpstr>
      <vt:lpstr>Complaints &amp; warnings   …just the tip of the iceberg</vt:lpstr>
      <vt:lpstr>WE CARE Awareness Campaign</vt:lpstr>
      <vt:lpstr>WE CARE Awareness</vt:lpstr>
      <vt:lpstr>WE CARE Awareness </vt:lpstr>
      <vt:lpstr>WE CARE Awareness Campaign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Ebner Daniela</dc:creator>
  <cp:lastModifiedBy>Hofmann Jan-Philipp</cp:lastModifiedBy>
  <cp:revision>7</cp:revision>
  <cp:lastPrinted>2023-06-22T09:27:44Z</cp:lastPrinted>
  <dcterms:created xsi:type="dcterms:W3CDTF">2025-07-15T14:30:27Z</dcterms:created>
  <dcterms:modified xsi:type="dcterms:W3CDTF">2026-02-09T07:10:45Z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0x010100FD82B64AC9BBA94AACC1117CE3E86D1A</vt:lpwstr>
  </property>
  <property fmtid="{D5CDD505-2E9C-101B-9397-08002B2CF9AE}" pid="3" name="MediaServiceImageTags">
    <vt:lpwstr/>
  </property>
</Properties>
</file>