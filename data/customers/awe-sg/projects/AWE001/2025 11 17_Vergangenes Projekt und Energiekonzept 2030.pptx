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5831" r:id="rId5"/>
    <p:sldId id="5832" r:id="rId6"/>
    <p:sldId id="5841" r:id="rId7"/>
    <p:sldId id="5849" r:id="rId8"/>
    <p:sldId id="5786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EE0E10-C322-FC78-597E-7B6775B462FC}" name="Manuel Fahrbach" initials="MF" userId="S::manuel.fahrbach@fehradvice.com::0fc5d572-e0c9-4438-9955-b51927d900e8" providerId="AD"/>
  <p188:author id="{8BD71215-591F-3756-63FC-D16147A03247}" name="Valentin Lohmer" initials="VL" userId="S::valentin.lohmer@fehradvice.com::22bba99a-3c32-42ab-866b-0254d31725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6EE"/>
    <a:srgbClr val="709DC3"/>
    <a:srgbClr val="FFFFFF"/>
    <a:srgbClr val="C0D2E3"/>
    <a:srgbClr val="002E54"/>
    <a:srgbClr val="114065"/>
    <a:srgbClr val="D9E6EE"/>
    <a:srgbClr val="F2F7FB"/>
    <a:srgbClr val="B1C2D2"/>
    <a:srgbClr val="515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F59E0-4B2D-465E-9C93-671F438402D7}" v="15" dt="2025-11-17T11:25:31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06" autoAdjust="0"/>
  </p:normalViewPr>
  <p:slideViewPr>
    <p:cSldViewPr snapToGrid="0">
      <p:cViewPr varScale="1">
        <p:scale>
          <a:sx n="71" d="100"/>
          <a:sy n="71" d="100"/>
        </p:scale>
        <p:origin x="95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Fahrbach" userId="0fc5d572-e0c9-4438-9955-b51927d900e8" providerId="ADAL" clId="{C9821A5D-ABFA-484A-8A46-D1F3E6667276}"/>
    <pc:docChg chg="undo custSel addSld delSld modSld sldOrd modMainMaster">
      <pc:chgData name="Manuel Fahrbach" userId="0fc5d572-e0c9-4438-9955-b51927d900e8" providerId="ADAL" clId="{C9821A5D-ABFA-484A-8A46-D1F3E6667276}" dt="2025-11-17T11:29:23.941" v="532" actId="20577"/>
      <pc:docMkLst>
        <pc:docMk/>
      </pc:docMkLst>
      <pc:sldChg chg="modSp mod">
        <pc:chgData name="Manuel Fahrbach" userId="0fc5d572-e0c9-4438-9955-b51927d900e8" providerId="ADAL" clId="{C9821A5D-ABFA-484A-8A46-D1F3E6667276}" dt="2025-11-17T11:29:23.941" v="532" actId="20577"/>
        <pc:sldMkLst>
          <pc:docMk/>
          <pc:sldMk cId="3192339980" sldId="5831"/>
        </pc:sldMkLst>
        <pc:spChg chg="mod">
          <ac:chgData name="Manuel Fahrbach" userId="0fc5d572-e0c9-4438-9955-b51927d900e8" providerId="ADAL" clId="{C9821A5D-ABFA-484A-8A46-D1F3E6667276}" dt="2025-11-17T11:09:41.534" v="32" actId="20577"/>
          <ac:spMkLst>
            <pc:docMk/>
            <pc:sldMk cId="3192339980" sldId="5831"/>
            <ac:spMk id="2" creationId="{48F92A03-0693-CBDD-F1E8-613D636F6C85}"/>
          </ac:spMkLst>
        </pc:spChg>
        <pc:spChg chg="mod">
          <ac:chgData name="Manuel Fahrbach" userId="0fc5d572-e0c9-4438-9955-b51927d900e8" providerId="ADAL" clId="{C9821A5D-ABFA-484A-8A46-D1F3E6667276}" dt="2025-11-17T11:29:23.941" v="532" actId="20577"/>
          <ac:spMkLst>
            <pc:docMk/>
            <pc:sldMk cId="3192339980" sldId="5831"/>
            <ac:spMk id="3" creationId="{D68B0831-CFD4-3E3B-47C1-B9557BD5F4C1}"/>
          </ac:spMkLst>
        </pc:spChg>
      </pc:sldChg>
      <pc:sldChg chg="delSp modSp mod">
        <pc:chgData name="Manuel Fahrbach" userId="0fc5d572-e0c9-4438-9955-b51927d900e8" providerId="ADAL" clId="{C9821A5D-ABFA-484A-8A46-D1F3E6667276}" dt="2025-11-17T11:15:02.859" v="152" actId="1076"/>
        <pc:sldMkLst>
          <pc:docMk/>
          <pc:sldMk cId="2204597617" sldId="5832"/>
        </pc:sldMkLst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2" creationId="{10EFA637-4BDC-E65D-985B-798C7E60A452}"/>
          </ac:spMkLst>
        </pc:spChg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3" creationId="{4CD4CD7F-1F0A-19E3-EFB0-69403535813D}"/>
          </ac:spMkLst>
        </pc:spChg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4" creationId="{28EB0F2C-61ED-561B-2DEC-EDE2FB644465}"/>
          </ac:spMkLst>
        </pc:spChg>
        <pc:spChg chg="del">
          <ac:chgData name="Manuel Fahrbach" userId="0fc5d572-e0c9-4438-9955-b51927d900e8" providerId="ADAL" clId="{C9821A5D-ABFA-484A-8A46-D1F3E6667276}" dt="2025-11-17T11:10:06.575" v="35" actId="478"/>
          <ac:spMkLst>
            <pc:docMk/>
            <pc:sldMk cId="2204597617" sldId="5832"/>
            <ac:spMk id="5" creationId="{089EE925-6720-27E1-B89F-3C8C92F51D8E}"/>
          </ac:spMkLst>
        </pc:spChg>
        <pc:spChg chg="del">
          <ac:chgData name="Manuel Fahrbach" userId="0fc5d572-e0c9-4438-9955-b51927d900e8" providerId="ADAL" clId="{C9821A5D-ABFA-484A-8A46-D1F3E6667276}" dt="2025-11-17T11:10:03.978" v="34" actId="478"/>
          <ac:spMkLst>
            <pc:docMk/>
            <pc:sldMk cId="2204597617" sldId="5832"/>
            <ac:spMk id="12" creationId="{FF4037DB-B8E7-1616-0C41-92EF51AA0C89}"/>
          </ac:spMkLst>
        </pc:spChg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13" creationId="{BA765641-0C28-21BB-F402-2AFAF8047356}"/>
          </ac:spMkLst>
        </pc:spChg>
        <pc:spChg chg="del">
          <ac:chgData name="Manuel Fahrbach" userId="0fc5d572-e0c9-4438-9955-b51927d900e8" providerId="ADAL" clId="{C9821A5D-ABFA-484A-8A46-D1F3E6667276}" dt="2025-11-17T11:10:03.978" v="34" actId="478"/>
          <ac:spMkLst>
            <pc:docMk/>
            <pc:sldMk cId="2204597617" sldId="5832"/>
            <ac:spMk id="14" creationId="{07BF0010-A075-6DB6-92D1-4A3D1629E4BE}"/>
          </ac:spMkLst>
        </pc:spChg>
        <pc:spChg chg="mod">
          <ac:chgData name="Manuel Fahrbach" userId="0fc5d572-e0c9-4438-9955-b51927d900e8" providerId="ADAL" clId="{C9821A5D-ABFA-484A-8A46-D1F3E6667276}" dt="2025-11-17T11:10:00.298" v="33"/>
          <ac:spMkLst>
            <pc:docMk/>
            <pc:sldMk cId="2204597617" sldId="5832"/>
            <ac:spMk id="17" creationId="{95AB852B-0AE2-0FE7-0735-64F1BFECFBA9}"/>
          </ac:spMkLst>
        </pc:spChg>
        <pc:spChg chg="del">
          <ac:chgData name="Manuel Fahrbach" userId="0fc5d572-e0c9-4438-9955-b51927d900e8" providerId="ADAL" clId="{C9821A5D-ABFA-484A-8A46-D1F3E6667276}" dt="2025-11-17T11:11:14.471" v="61" actId="478"/>
          <ac:spMkLst>
            <pc:docMk/>
            <pc:sldMk cId="2204597617" sldId="5832"/>
            <ac:spMk id="20" creationId="{ACFC8ACE-31E5-1047-56EA-D4C840F037B7}"/>
          </ac:spMkLst>
        </pc:spChg>
        <pc:spChg chg="del">
          <ac:chgData name="Manuel Fahrbach" userId="0fc5d572-e0c9-4438-9955-b51927d900e8" providerId="ADAL" clId="{C9821A5D-ABFA-484A-8A46-D1F3E6667276}" dt="2025-11-17T11:11:14.471" v="61" actId="478"/>
          <ac:spMkLst>
            <pc:docMk/>
            <pc:sldMk cId="2204597617" sldId="5832"/>
            <ac:spMk id="21" creationId="{F1588C7B-A54C-89BE-6E5A-B47BD8FE3737}"/>
          </ac:spMkLst>
        </pc:spChg>
        <pc:spChg chg="del">
          <ac:chgData name="Manuel Fahrbach" userId="0fc5d572-e0c9-4438-9955-b51927d900e8" providerId="ADAL" clId="{C9821A5D-ABFA-484A-8A46-D1F3E6667276}" dt="2025-11-17T11:11:14.471" v="61" actId="478"/>
          <ac:spMkLst>
            <pc:docMk/>
            <pc:sldMk cId="2204597617" sldId="5832"/>
            <ac:spMk id="22" creationId="{168A2227-D162-50C3-4770-F6E2164A0DCB}"/>
          </ac:spMkLst>
        </pc:spChg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23" creationId="{4BE905F4-165A-F6D4-4EED-C48772D9A68B}"/>
          </ac:spMkLst>
        </pc:spChg>
        <pc:spChg chg="mod">
          <ac:chgData name="Manuel Fahrbach" userId="0fc5d572-e0c9-4438-9955-b51927d900e8" providerId="ADAL" clId="{C9821A5D-ABFA-484A-8A46-D1F3E6667276}" dt="2025-11-17T11:15:02.859" v="152" actId="1076"/>
          <ac:spMkLst>
            <pc:docMk/>
            <pc:sldMk cId="2204597617" sldId="5832"/>
            <ac:spMk id="24" creationId="{29A45160-08E8-6EB6-CF19-B94C0D5D7C39}"/>
          </ac:spMkLst>
        </pc:spChg>
      </pc:sldChg>
      <pc:sldChg chg="del">
        <pc:chgData name="Manuel Fahrbach" userId="0fc5d572-e0c9-4438-9955-b51927d900e8" providerId="ADAL" clId="{C9821A5D-ABFA-484A-8A46-D1F3E6667276}" dt="2025-11-17T11:29:09.920" v="514" actId="47"/>
        <pc:sldMkLst>
          <pc:docMk/>
          <pc:sldMk cId="637508124" sldId="5833"/>
        </pc:sldMkLst>
      </pc:sldChg>
      <pc:sldChg chg="del">
        <pc:chgData name="Manuel Fahrbach" userId="0fc5d572-e0c9-4438-9955-b51927d900e8" providerId="ADAL" clId="{C9821A5D-ABFA-484A-8A46-D1F3E6667276}" dt="2025-11-17T11:29:10.169" v="515" actId="47"/>
        <pc:sldMkLst>
          <pc:docMk/>
          <pc:sldMk cId="4028512423" sldId="5834"/>
        </pc:sldMkLst>
      </pc:sldChg>
      <pc:sldChg chg="del">
        <pc:chgData name="Manuel Fahrbach" userId="0fc5d572-e0c9-4438-9955-b51927d900e8" providerId="ADAL" clId="{C9821A5D-ABFA-484A-8A46-D1F3E6667276}" dt="2025-11-17T11:29:10.363" v="516" actId="47"/>
        <pc:sldMkLst>
          <pc:docMk/>
          <pc:sldMk cId="3826674777" sldId="5835"/>
        </pc:sldMkLst>
      </pc:sldChg>
      <pc:sldChg chg="del">
        <pc:chgData name="Manuel Fahrbach" userId="0fc5d572-e0c9-4438-9955-b51927d900e8" providerId="ADAL" clId="{C9821A5D-ABFA-484A-8A46-D1F3E6667276}" dt="2025-11-17T11:29:10.570" v="517" actId="47"/>
        <pc:sldMkLst>
          <pc:docMk/>
          <pc:sldMk cId="2638801733" sldId="5836"/>
        </pc:sldMkLst>
      </pc:sldChg>
      <pc:sldChg chg="del">
        <pc:chgData name="Manuel Fahrbach" userId="0fc5d572-e0c9-4438-9955-b51927d900e8" providerId="ADAL" clId="{C9821A5D-ABFA-484A-8A46-D1F3E6667276}" dt="2025-11-17T11:29:10.823" v="518" actId="47"/>
        <pc:sldMkLst>
          <pc:docMk/>
          <pc:sldMk cId="741134205" sldId="5837"/>
        </pc:sldMkLst>
      </pc:sldChg>
      <pc:sldChg chg="addSp delSp modSp mod ord">
        <pc:chgData name="Manuel Fahrbach" userId="0fc5d572-e0c9-4438-9955-b51927d900e8" providerId="ADAL" clId="{C9821A5D-ABFA-484A-8A46-D1F3E6667276}" dt="2025-11-17T11:22:55.918" v="240" actId="14100"/>
        <pc:sldMkLst>
          <pc:docMk/>
          <pc:sldMk cId="1154281736" sldId="5841"/>
        </pc:sldMkLst>
        <pc:spChg chg="add mod">
          <ac:chgData name="Manuel Fahrbach" userId="0fc5d572-e0c9-4438-9955-b51927d900e8" providerId="ADAL" clId="{C9821A5D-ABFA-484A-8A46-D1F3E6667276}" dt="2025-11-17T11:22:04.141" v="230" actId="14100"/>
          <ac:spMkLst>
            <pc:docMk/>
            <pc:sldMk cId="1154281736" sldId="5841"/>
            <ac:spMk id="2" creationId="{A713C566-462C-A16E-9202-D694554D3942}"/>
          </ac:spMkLst>
        </pc:spChg>
        <pc:spChg chg="mod">
          <ac:chgData name="Manuel Fahrbach" userId="0fc5d572-e0c9-4438-9955-b51927d900e8" providerId="ADAL" clId="{C9821A5D-ABFA-484A-8A46-D1F3E6667276}" dt="2025-11-17T11:19:54.196" v="177" actId="14100"/>
          <ac:spMkLst>
            <pc:docMk/>
            <pc:sldMk cId="1154281736" sldId="5841"/>
            <ac:spMk id="3" creationId="{76E32A0E-2FFB-7C93-314F-ED2D417EC65A}"/>
          </ac:spMkLst>
        </pc:spChg>
        <pc:spChg chg="mod">
          <ac:chgData name="Manuel Fahrbach" userId="0fc5d572-e0c9-4438-9955-b51927d900e8" providerId="ADAL" clId="{C9821A5D-ABFA-484A-8A46-D1F3E6667276}" dt="2025-11-17T11:19:40.943" v="172" actId="14100"/>
          <ac:spMkLst>
            <pc:docMk/>
            <pc:sldMk cId="1154281736" sldId="5841"/>
            <ac:spMk id="4" creationId="{ED2483C5-D532-F82F-5119-4792D361B8A8}"/>
          </ac:spMkLst>
        </pc:spChg>
        <pc:spChg chg="del">
          <ac:chgData name="Manuel Fahrbach" userId="0fc5d572-e0c9-4438-9955-b51927d900e8" providerId="ADAL" clId="{C9821A5D-ABFA-484A-8A46-D1F3E6667276}" dt="2025-11-17T11:18:26.982" v="156" actId="478"/>
          <ac:spMkLst>
            <pc:docMk/>
            <pc:sldMk cId="1154281736" sldId="5841"/>
            <ac:spMk id="5" creationId="{F97F3E7B-F37B-E667-7C78-70D6B347E6E1}"/>
          </ac:spMkLst>
        </pc:spChg>
        <pc:spChg chg="del">
          <ac:chgData name="Manuel Fahrbach" userId="0fc5d572-e0c9-4438-9955-b51927d900e8" providerId="ADAL" clId="{C9821A5D-ABFA-484A-8A46-D1F3E6667276}" dt="2025-11-17T11:18:26.982" v="156" actId="478"/>
          <ac:spMkLst>
            <pc:docMk/>
            <pc:sldMk cId="1154281736" sldId="5841"/>
            <ac:spMk id="6" creationId="{226B39CA-7B97-4BFB-43F3-E293C3F3513E}"/>
          </ac:spMkLst>
        </pc:spChg>
        <pc:spChg chg="add mod">
          <ac:chgData name="Manuel Fahrbach" userId="0fc5d572-e0c9-4438-9955-b51927d900e8" providerId="ADAL" clId="{C9821A5D-ABFA-484A-8A46-D1F3E6667276}" dt="2025-11-17T11:22:42.557" v="237" actId="14100"/>
          <ac:spMkLst>
            <pc:docMk/>
            <pc:sldMk cId="1154281736" sldId="5841"/>
            <ac:spMk id="7" creationId="{2685774D-5EE0-BAC5-40F3-2DE710B27AF7}"/>
          </ac:spMkLst>
        </pc:spChg>
        <pc:spChg chg="add mod">
          <ac:chgData name="Manuel Fahrbach" userId="0fc5d572-e0c9-4438-9955-b51927d900e8" providerId="ADAL" clId="{C9821A5D-ABFA-484A-8A46-D1F3E6667276}" dt="2025-11-17T11:22:29.538" v="235" actId="20577"/>
          <ac:spMkLst>
            <pc:docMk/>
            <pc:sldMk cId="1154281736" sldId="5841"/>
            <ac:spMk id="9" creationId="{EE8361E1-6B1B-0D85-924A-4A3C30287641}"/>
          </ac:spMkLst>
        </pc:spChg>
        <pc:spChg chg="add mod">
          <ac:chgData name="Manuel Fahrbach" userId="0fc5d572-e0c9-4438-9955-b51927d900e8" providerId="ADAL" clId="{C9821A5D-ABFA-484A-8A46-D1F3E6667276}" dt="2025-11-17T11:22:55.918" v="240" actId="14100"/>
          <ac:spMkLst>
            <pc:docMk/>
            <pc:sldMk cId="1154281736" sldId="5841"/>
            <ac:spMk id="10" creationId="{80F5D951-4883-1625-DD20-913054A65CBB}"/>
          </ac:spMkLst>
        </pc:spChg>
        <pc:spChg chg="mod">
          <ac:chgData name="Manuel Fahrbach" userId="0fc5d572-e0c9-4438-9955-b51927d900e8" providerId="ADAL" clId="{C9821A5D-ABFA-484A-8A46-D1F3E6667276}" dt="2025-11-17T11:18:41.368" v="159"/>
          <ac:spMkLst>
            <pc:docMk/>
            <pc:sldMk cId="1154281736" sldId="5841"/>
            <ac:spMk id="17" creationId="{028FE420-14D8-EEE3-D4FA-F83F3B98CA5A}"/>
          </ac:spMkLst>
        </pc:spChg>
        <pc:graphicFrameChg chg="del">
          <ac:chgData name="Manuel Fahrbach" userId="0fc5d572-e0c9-4438-9955-b51927d900e8" providerId="ADAL" clId="{C9821A5D-ABFA-484A-8A46-D1F3E6667276}" dt="2025-11-17T11:18:21.769" v="155" actId="478"/>
          <ac:graphicFrameMkLst>
            <pc:docMk/>
            <pc:sldMk cId="1154281736" sldId="5841"/>
            <ac:graphicFrameMk id="8" creationId="{ADFD62EB-257A-6EB4-DB0A-113B00E9638C}"/>
          </ac:graphicFrameMkLst>
        </pc:graphicFrameChg>
      </pc:sldChg>
      <pc:sldChg chg="del">
        <pc:chgData name="Manuel Fahrbach" userId="0fc5d572-e0c9-4438-9955-b51927d900e8" providerId="ADAL" clId="{C9821A5D-ABFA-484A-8A46-D1F3E6667276}" dt="2025-11-17T11:29:11.305" v="520" actId="47"/>
        <pc:sldMkLst>
          <pc:docMk/>
          <pc:sldMk cId="1550754462" sldId="5846"/>
        </pc:sldMkLst>
      </pc:sldChg>
      <pc:sldChg chg="del">
        <pc:chgData name="Manuel Fahrbach" userId="0fc5d572-e0c9-4438-9955-b51927d900e8" providerId="ADAL" clId="{C9821A5D-ABFA-484A-8A46-D1F3E6667276}" dt="2025-11-17T11:29:11.052" v="519" actId="47"/>
        <pc:sldMkLst>
          <pc:docMk/>
          <pc:sldMk cId="356620073" sldId="5848"/>
        </pc:sldMkLst>
      </pc:sldChg>
      <pc:sldChg chg="addSp delSp modSp add mod">
        <pc:chgData name="Manuel Fahrbach" userId="0fc5d572-e0c9-4438-9955-b51927d900e8" providerId="ADAL" clId="{C9821A5D-ABFA-484A-8A46-D1F3E6667276}" dt="2025-11-17T11:29:04.772" v="513" actId="113"/>
        <pc:sldMkLst>
          <pc:docMk/>
          <pc:sldMk cId="1315691296" sldId="5849"/>
        </pc:sldMkLst>
        <pc:spChg chg="del">
          <ac:chgData name="Manuel Fahrbach" userId="0fc5d572-e0c9-4438-9955-b51927d900e8" providerId="ADAL" clId="{C9821A5D-ABFA-484A-8A46-D1F3E6667276}" dt="2025-11-17T11:23:28.420" v="243" actId="478"/>
          <ac:spMkLst>
            <pc:docMk/>
            <pc:sldMk cId="1315691296" sldId="5849"/>
            <ac:spMk id="2" creationId="{6502BACE-DF4D-FAD9-4E89-BF779479286E}"/>
          </ac:spMkLst>
        </pc:spChg>
        <pc:spChg chg="mod">
          <ac:chgData name="Manuel Fahrbach" userId="0fc5d572-e0c9-4438-9955-b51927d900e8" providerId="ADAL" clId="{C9821A5D-ABFA-484A-8A46-D1F3E6667276}" dt="2025-11-17T11:24:45.861" v="259" actId="14100"/>
          <ac:spMkLst>
            <pc:docMk/>
            <pc:sldMk cId="1315691296" sldId="5849"/>
            <ac:spMk id="3" creationId="{A72FD90A-CC90-6D30-D9BD-9851D87DBAE3}"/>
          </ac:spMkLst>
        </pc:spChg>
        <pc:spChg chg="mod">
          <ac:chgData name="Manuel Fahrbach" userId="0fc5d572-e0c9-4438-9955-b51927d900e8" providerId="ADAL" clId="{C9821A5D-ABFA-484A-8A46-D1F3E6667276}" dt="2025-11-17T11:23:58.659" v="253" actId="14100"/>
          <ac:spMkLst>
            <pc:docMk/>
            <pc:sldMk cId="1315691296" sldId="5849"/>
            <ac:spMk id="4" creationId="{130103D9-AC1E-3ACD-2286-E0907B73A811}"/>
          </ac:spMkLst>
        </pc:spChg>
        <pc:spChg chg="add del mod">
          <ac:chgData name="Manuel Fahrbach" userId="0fc5d572-e0c9-4438-9955-b51927d900e8" providerId="ADAL" clId="{C9821A5D-ABFA-484A-8A46-D1F3E6667276}" dt="2025-11-17T11:23:44.801" v="250" actId="478"/>
          <ac:spMkLst>
            <pc:docMk/>
            <pc:sldMk cId="1315691296" sldId="5849"/>
            <ac:spMk id="5" creationId="{49FADAB6-ABAD-33A3-7066-42DB19E70817}"/>
          </ac:spMkLst>
        </pc:spChg>
        <pc:spChg chg="add del mod">
          <ac:chgData name="Manuel Fahrbach" userId="0fc5d572-e0c9-4438-9955-b51927d900e8" providerId="ADAL" clId="{C9821A5D-ABFA-484A-8A46-D1F3E6667276}" dt="2025-11-17T11:23:44.801" v="250" actId="478"/>
          <ac:spMkLst>
            <pc:docMk/>
            <pc:sldMk cId="1315691296" sldId="5849"/>
            <ac:spMk id="6" creationId="{853377A7-5B72-E049-0871-E678098FC37B}"/>
          </ac:spMkLst>
        </pc:spChg>
        <pc:spChg chg="del">
          <ac:chgData name="Manuel Fahrbach" userId="0fc5d572-e0c9-4438-9955-b51927d900e8" providerId="ADAL" clId="{C9821A5D-ABFA-484A-8A46-D1F3E6667276}" dt="2025-11-17T11:23:31.387" v="244" actId="478"/>
          <ac:spMkLst>
            <pc:docMk/>
            <pc:sldMk cId="1315691296" sldId="5849"/>
            <ac:spMk id="7" creationId="{CF4823DE-3528-8A1A-EDF3-6A0E2B1DB7EA}"/>
          </ac:spMkLst>
        </pc:spChg>
        <pc:spChg chg="add mod">
          <ac:chgData name="Manuel Fahrbach" userId="0fc5d572-e0c9-4438-9955-b51927d900e8" providerId="ADAL" clId="{C9821A5D-ABFA-484A-8A46-D1F3E6667276}" dt="2025-11-17T11:27:08.826" v="439" actId="20577"/>
          <ac:spMkLst>
            <pc:docMk/>
            <pc:sldMk cId="1315691296" sldId="5849"/>
            <ac:spMk id="8" creationId="{D576D841-E118-778D-D3B9-50B27C3495FD}"/>
          </ac:spMkLst>
        </pc:spChg>
        <pc:spChg chg="mod">
          <ac:chgData name="Manuel Fahrbach" userId="0fc5d572-e0c9-4438-9955-b51927d900e8" providerId="ADAL" clId="{C9821A5D-ABFA-484A-8A46-D1F3E6667276}" dt="2025-11-17T11:29:04.772" v="513" actId="113"/>
          <ac:spMkLst>
            <pc:docMk/>
            <pc:sldMk cId="1315691296" sldId="5849"/>
            <ac:spMk id="9" creationId="{F57ACBB0-7C7E-6166-8668-8EA39A27EDB1}"/>
          </ac:spMkLst>
        </pc:spChg>
        <pc:spChg chg="mod">
          <ac:chgData name="Manuel Fahrbach" userId="0fc5d572-e0c9-4438-9955-b51927d900e8" providerId="ADAL" clId="{C9821A5D-ABFA-484A-8A46-D1F3E6667276}" dt="2025-11-17T11:28:14.316" v="502" actId="14100"/>
          <ac:spMkLst>
            <pc:docMk/>
            <pc:sldMk cId="1315691296" sldId="5849"/>
            <ac:spMk id="10" creationId="{BDDA0D6E-D1AF-E856-75A9-CB2F5A06E54F}"/>
          </ac:spMkLst>
        </pc:spChg>
        <pc:spChg chg="add mod">
          <ac:chgData name="Manuel Fahrbach" userId="0fc5d572-e0c9-4438-9955-b51927d900e8" providerId="ADAL" clId="{C9821A5D-ABFA-484A-8A46-D1F3E6667276}" dt="2025-11-17T11:25:13.015" v="296" actId="14100"/>
          <ac:spMkLst>
            <pc:docMk/>
            <pc:sldMk cId="1315691296" sldId="5849"/>
            <ac:spMk id="11" creationId="{4D4B9B45-195E-F80B-C88A-FF531A38A70C}"/>
          </ac:spMkLst>
        </pc:spChg>
        <pc:spChg chg="mod">
          <ac:chgData name="Manuel Fahrbach" userId="0fc5d572-e0c9-4438-9955-b51927d900e8" providerId="ADAL" clId="{C9821A5D-ABFA-484A-8A46-D1F3E6667276}" dt="2025-11-17T11:23:22.563" v="242"/>
          <ac:spMkLst>
            <pc:docMk/>
            <pc:sldMk cId="1315691296" sldId="5849"/>
            <ac:spMk id="17" creationId="{530F71E3-E356-03CA-BBAD-F4FFE4C8EE9C}"/>
          </ac:spMkLst>
        </pc:spChg>
      </pc:sldChg>
      <pc:sldMasterChg chg="addSp delSp modSp mod modSldLayout">
        <pc:chgData name="Manuel Fahrbach" userId="0fc5d572-e0c9-4438-9955-b51927d900e8" providerId="ADAL" clId="{C9821A5D-ABFA-484A-8A46-D1F3E6667276}" dt="2025-11-17T11:11:06.342" v="60" actId="1076"/>
        <pc:sldMasterMkLst>
          <pc:docMk/>
          <pc:sldMasterMk cId="4190106161" sldId="2147483660"/>
        </pc:sldMasterMkLst>
        <pc:spChg chg="mod">
          <ac:chgData name="Manuel Fahrbach" userId="0fc5d572-e0c9-4438-9955-b51927d900e8" providerId="ADAL" clId="{C9821A5D-ABFA-484A-8A46-D1F3E6667276}" dt="2025-11-17T11:10:54.871" v="57" actId="20577"/>
          <ac:spMkLst>
            <pc:docMk/>
            <pc:sldMasterMk cId="4190106161" sldId="2147483660"/>
            <ac:spMk id="12" creationId="{0524589E-6A79-40AB-5A4F-D462171B38D5}"/>
          </ac:spMkLst>
        </pc:spChg>
        <pc:picChg chg="del">
          <ac:chgData name="Manuel Fahrbach" userId="0fc5d572-e0c9-4438-9955-b51927d900e8" providerId="ADAL" clId="{C9821A5D-ABFA-484A-8A46-D1F3E6667276}" dt="2025-11-17T11:11:00.317" v="58" actId="478"/>
          <ac:picMkLst>
            <pc:docMk/>
            <pc:sldMasterMk cId="4190106161" sldId="2147483660"/>
            <ac:picMk id="2" creationId="{B8AC1C44-DAC9-1688-0A01-6E0579823972}"/>
          </ac:picMkLst>
        </pc:picChg>
        <pc:picChg chg="add mod">
          <ac:chgData name="Manuel Fahrbach" userId="0fc5d572-e0c9-4438-9955-b51927d900e8" providerId="ADAL" clId="{C9821A5D-ABFA-484A-8A46-D1F3E6667276}" dt="2025-11-17T11:11:06.342" v="60" actId="1076"/>
          <ac:picMkLst>
            <pc:docMk/>
            <pc:sldMasterMk cId="4190106161" sldId="2147483660"/>
            <ac:picMk id="3" creationId="{BDF2C518-A235-6616-4AD2-D17C6183B96D}"/>
          </ac:picMkLst>
        </pc:picChg>
        <pc:sldLayoutChg chg="modSp mod">
          <pc:chgData name="Manuel Fahrbach" userId="0fc5d572-e0c9-4438-9955-b51927d900e8" providerId="ADAL" clId="{C9821A5D-ABFA-484A-8A46-D1F3E6667276}" dt="2025-11-17T11:10:46.085" v="47" actId="20577"/>
          <pc:sldLayoutMkLst>
            <pc:docMk/>
            <pc:sldMasterMk cId="4190106161" sldId="2147483660"/>
            <pc:sldLayoutMk cId="948569381" sldId="2147483676"/>
          </pc:sldLayoutMkLst>
          <pc:spChg chg="mod">
            <ac:chgData name="Manuel Fahrbach" userId="0fc5d572-e0c9-4438-9955-b51927d900e8" providerId="ADAL" clId="{C9821A5D-ABFA-484A-8A46-D1F3E6667276}" dt="2025-11-17T11:10:46.085" v="47" actId="20577"/>
            <ac:spMkLst>
              <pc:docMk/>
              <pc:sldMasterMk cId="4190106161" sldId="2147483660"/>
              <pc:sldLayoutMk cId="948569381" sldId="2147483676"/>
              <ac:spMk id="7" creationId="{A9207968-7DD5-1703-37BD-C5E55A0C076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4EBF2-B3F2-004E-BED1-530B9694250C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17831-EE5D-4947-A5B1-77BBF3E5B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165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3 – HZ Insurance raus. Hier gibt es ein BH für jeden Titel – </a:t>
            </a:r>
          </a:p>
          <a:p>
            <a:r>
              <a:rPr lang="de-CH"/>
              <a:t>2 -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17831-EE5D-4947-A5B1-77BBF3E5BAC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01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17831-EE5D-4947-A5B1-77BBF3E5BAC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214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0E6F-A0C1-44BD-5EEC-3E0C539B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4D5266E-FF60-01DE-E24B-9F3E7B084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BD92CA-4D1E-86F2-0AED-770E7CFD0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16FA19-9F89-8E4F-28D0-35E99CB3F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17831-EE5D-4947-A5B1-77BBF3E5BAC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118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624420" y="908050"/>
            <a:ext cx="11040533" cy="5545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CH" sz="180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968501" y="2204871"/>
            <a:ext cx="8640003" cy="1008063"/>
          </a:xfrm>
        </p:spPr>
        <p:txBody>
          <a:bodyPr/>
          <a:lstStyle>
            <a:lvl1pPr>
              <a:lnSpc>
                <a:spcPts val="2830"/>
              </a:lnSpc>
              <a:defRPr sz="3200" b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de-DE" noProof="0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67546" y="3212976"/>
            <a:ext cx="8640233" cy="936104"/>
          </a:xfrm>
        </p:spPr>
        <p:txBody>
          <a:bodyPr tIns="0"/>
          <a:lstStyle>
            <a:lvl1pPr marL="0" indent="0" algn="l">
              <a:lnSpc>
                <a:spcPts val="2500"/>
              </a:lnSpc>
              <a:buNone/>
              <a:defRPr sz="2200">
                <a:solidFill>
                  <a:srgbClr val="FFFFFF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5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F939E00C-414B-4183-A14D-4B4F4357138A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Fußzeilenplatzhalter 10"/>
          <p:cNvSpPr>
            <a:spLocks noGrp="1"/>
          </p:cNvSpPr>
          <p:nvPr>
            <p:ph type="ftr" sz="quarter" idx="12"/>
          </p:nvPr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AT" err="1"/>
              <a:t>FehrAdvice</a:t>
            </a:r>
            <a:r>
              <a:rPr lang="de-AT"/>
              <a:t> &amp; Partners AG, Oktober 2024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968505" y="4200070"/>
            <a:ext cx="8640233" cy="237042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Autoren</a:t>
            </a:r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967546" y="4508549"/>
            <a:ext cx="8640233" cy="237042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F62E198-E912-429B-BDB5-6A7E26A8DB88}"/>
              </a:ext>
            </a:extLst>
          </p:cNvPr>
          <p:cNvSpPr/>
          <p:nvPr userDrawn="1"/>
        </p:nvSpPr>
        <p:spPr>
          <a:xfrm>
            <a:off x="9069235" y="6020389"/>
            <a:ext cx="2753032" cy="4474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#</a:t>
            </a:r>
            <a:r>
              <a:rPr lang="de-CH" sz="1400" b="1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Experimentability</a:t>
            </a:r>
            <a:endParaRPr lang="de-CH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35117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AT" err="1"/>
              <a:t>FehrAdvice</a:t>
            </a:r>
            <a:r>
              <a:rPr lang="de-AT"/>
              <a:t> &amp; Partners AG, Oktober 2024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F939E00C-414B-4183-A14D-4B4F4357138A}" type="slidenum">
              <a:rPr lang="de-AT" smtClean="0"/>
              <a:t>‹Nr.›</a:t>
            </a:fld>
            <a:endParaRPr lang="de-AT"/>
          </a:p>
        </p:txBody>
      </p:sp>
      <p:sp>
        <p:nvSpPr>
          <p:cNvPr id="3" name="Titelplatzhalter 1">
            <a:extLst>
              <a:ext uri="{FF2B5EF4-FFF2-40B4-BE49-F238E27FC236}">
                <a16:creationId xmlns:a16="http://schemas.microsoft.com/office/drawing/2014/main" id="{1B98A172-2F6A-5B31-B4B6-62750473F8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4420" y="404811"/>
            <a:ext cx="7296869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5925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AT" err="1"/>
              <a:t>FehrAdvice</a:t>
            </a:r>
            <a:r>
              <a:rPr lang="de-AT"/>
              <a:t> &amp; Partners AG, Oktober 2024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9E00C-414B-4183-A14D-4B4F4357138A}" type="slidenum">
              <a:rPr lang="de-AT" smtClean="0"/>
              <a:t>‹Nr.›</a:t>
            </a:fld>
            <a:endParaRPr lang="de-AT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078820" y="1844681"/>
            <a:ext cx="7586133" cy="4464497"/>
          </a:xfrm>
        </p:spPr>
        <p:txBody>
          <a:bodyPr/>
          <a:lstStyle>
            <a:lvl1pPr>
              <a:lnSpc>
                <a:spcPct val="150000"/>
              </a:lnSpc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DF2DFB-0A30-342F-C9CD-BC5F3B49647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4420" y="404811"/>
            <a:ext cx="7296869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832407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>
          <a:xfrm>
            <a:off x="609600" y="6524625"/>
            <a:ext cx="3278717" cy="217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>
              <a:solidFill>
                <a:srgbClr val="707173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40D96-4709-4B48-8A92-40F6ABD2C430}" type="slidenum">
              <a:rPr lang="de-CH">
                <a:solidFill>
                  <a:srgbClr val="002E54"/>
                </a:solidFill>
              </a:rPr>
              <a:pPr>
                <a:defRPr/>
              </a:pPr>
              <a:t>‹Nr.›</a:t>
            </a:fld>
            <a:endParaRPr lang="de-CH">
              <a:solidFill>
                <a:srgbClr val="002E54"/>
              </a:solidFill>
            </a:endParaRPr>
          </a:p>
        </p:txBody>
      </p:sp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0850F4A7-4F48-75A5-A0D5-BEA59FB447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4420" y="404811"/>
            <a:ext cx="7296869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9207968-7DD5-1703-37BD-C5E55A0C07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AT" dirty="0" err="1"/>
              <a:t>FehrAdvice</a:t>
            </a:r>
            <a:r>
              <a:rPr lang="de-AT" dirty="0"/>
              <a:t> &amp; Partners AG, 2025</a:t>
            </a:r>
          </a:p>
        </p:txBody>
      </p:sp>
    </p:spTree>
    <p:extLst>
      <p:ext uri="{BB962C8B-B14F-4D97-AF65-F5344CB8AC3E}">
        <p14:creationId xmlns:p14="http://schemas.microsoft.com/office/powerpoint/2010/main" val="94856938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624420" y="404811"/>
            <a:ext cx="7296869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78820" y="1844675"/>
            <a:ext cx="7586133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 noProof="0"/>
              <a:t>Fünfte</a:t>
            </a:r>
            <a:r>
              <a:rPr lang="en-US"/>
              <a:t>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524625"/>
            <a:ext cx="3278717" cy="217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fontAlgn="auto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79722" y="6524625"/>
            <a:ext cx="385233" cy="217488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r">
              <a:lnSpc>
                <a:spcPts val="1300"/>
              </a:lnSpc>
              <a:defRPr sz="800" b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</a:lstStyle>
          <a:p>
            <a:fld id="{F939E00C-414B-4183-A14D-4B4F4357138A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/>
        </p:nvCxnSpPr>
        <p:spPr>
          <a:xfrm>
            <a:off x="624420" y="908050"/>
            <a:ext cx="110405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624420" y="6453188"/>
            <a:ext cx="110405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0524589E-6A79-40AB-5A4F-D462171B3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 fontAlgn="auto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AT" dirty="0" err="1"/>
              <a:t>FehrAdvice</a:t>
            </a:r>
            <a:r>
              <a:rPr lang="de-AT" dirty="0"/>
              <a:t> &amp; Partners AG, 2025</a:t>
            </a:r>
          </a:p>
        </p:txBody>
      </p:sp>
      <p:pic>
        <p:nvPicPr>
          <p:cNvPr id="14" name="Picture 2" descr="Home › FehrAdvice &amp; Partners AG">
            <a:extLst>
              <a:ext uri="{FF2B5EF4-FFF2-40B4-BE49-F238E27FC236}">
                <a16:creationId xmlns:a16="http://schemas.microsoft.com/office/drawing/2014/main" id="{EFABD301-50E4-C6EA-834C-EC48D0CC8B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205" y="404811"/>
            <a:ext cx="1574748" cy="45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DF2C518-A235-6616-4AD2-D17C6183B96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351" y="393955"/>
            <a:ext cx="381902" cy="44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0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6" r:id="rId4"/>
  </p:sldLayoutIdLst>
  <p:transition>
    <p:fade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400" b="1" kern="1200">
          <a:solidFill>
            <a:schemeClr val="accent1"/>
          </a:solidFill>
          <a:latin typeface="+mn-lt"/>
          <a:ea typeface="ＭＳ Ｐゴシック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1400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Arial" pitchFamily="34" charset="0"/>
        <a:defRPr sz="1050" kern="12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1pPr>
      <a:lvl2pPr marL="179388" indent="-179388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1050" b="0" i="0" kern="12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2pPr>
      <a:lvl3pPr marL="358775" indent="-179388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1050" b="0" i="0" kern="1200">
          <a:solidFill>
            <a:schemeClr val="tx2"/>
          </a:solidFill>
          <a:latin typeface="Arial" pitchFamily="34" charset="0"/>
          <a:ea typeface="Times New Roman" charset="0"/>
          <a:cs typeface="Arial" pitchFamily="34" charset="0"/>
        </a:defRPr>
      </a:lvl3pPr>
      <a:lvl4pPr marL="539750" indent="-179388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1050" b="0" i="0" kern="1200">
          <a:solidFill>
            <a:schemeClr val="tx2"/>
          </a:solidFill>
          <a:latin typeface="Arial" pitchFamily="34" charset="0"/>
          <a:ea typeface="Times New Roman" charset="0"/>
          <a:cs typeface="Arial" pitchFamily="34" charset="0"/>
        </a:defRPr>
      </a:lvl4pPr>
      <a:lvl5pPr marL="719138" indent="-179388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1050" b="0" i="0" kern="1200">
          <a:solidFill>
            <a:schemeClr val="tx2"/>
          </a:solidFill>
          <a:latin typeface="Arial" pitchFamily="34" charset="0"/>
          <a:ea typeface="Times New Roman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92A03-0693-CBDD-F1E8-613D636F6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noProof="0" dirty="0"/>
              <a:t>Gemeinsamer Austausch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8B0831-CFD4-3E3B-47C1-B9557BD5F4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46DF5A-08B1-006E-F894-4E4FF3B174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39E00C-414B-4183-A14D-4B4F4357138A}" type="slidenum">
              <a:rPr lang="de-CH" noProof="0" smtClean="0"/>
              <a:t>1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9D3D2D-9FF2-100B-94A1-28057D26D6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CH"/>
              <a:t>FehrAdvice &amp; Partners AG, Juni 2025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629C269-0A7B-9FBE-09C7-8E2E01E8ED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8BFFB52-8D45-D5A2-161E-1ADA49699F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923399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D692-E67E-18DC-B0EC-00B84687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95AB852B-0AE2-0FE7-0735-64F1BFEC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16" y="395149"/>
            <a:ext cx="7861946" cy="433387"/>
          </a:xfrm>
        </p:spPr>
        <p:txBody>
          <a:bodyPr/>
          <a:lstStyle/>
          <a:p>
            <a:r>
              <a:rPr lang="de-DE" sz="1600" dirty="0"/>
              <a:t>Gemeinsames Projekt „Energiepolitik – wie weiter?</a:t>
            </a:r>
            <a:endParaRPr lang="de-CH" sz="1600" b="0" noProof="0" dirty="0">
              <a:highlight>
                <a:srgbClr val="FFFF00"/>
              </a:highlight>
            </a:endParaRP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D9BB0C09-EDFB-64C9-8CE8-FFE04B74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F40D96-4709-4B48-8A92-40F6ABD2C430}" type="slidenum">
              <a:rPr lang="de-CH" noProof="0">
                <a:solidFill>
                  <a:srgbClr val="002E5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de-CH" noProof="0">
              <a:solidFill>
                <a:srgbClr val="002E54"/>
              </a:solidFill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E33AFF3-FE64-E47F-7F76-B87653B56FC7}"/>
              </a:ext>
            </a:extLst>
          </p:cNvPr>
          <p:cNvSpPr txBox="1">
            <a:spLocks/>
          </p:cNvSpPr>
          <p:nvPr/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algn="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noProof="0"/>
              <a:t>FehrAdvice &amp; Partners AG, Juni 2025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0EFA637-4BDC-E65D-985B-798C7E60A452}"/>
              </a:ext>
            </a:extLst>
          </p:cNvPr>
          <p:cNvSpPr/>
          <p:nvPr/>
        </p:nvSpPr>
        <p:spPr bwMode="gray">
          <a:xfrm>
            <a:off x="587492" y="1635838"/>
            <a:ext cx="3518511" cy="479685"/>
          </a:xfrm>
          <a:prstGeom prst="rect">
            <a:avLst/>
          </a:prstGeom>
          <a:solidFill>
            <a:schemeClr val="accent2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1600" b="1" spc="-20" noProof="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Ausgangslage &amp; Herausforderung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CD4CD7F-1F0A-19E3-EFB0-69403535813D}"/>
              </a:ext>
            </a:extLst>
          </p:cNvPr>
          <p:cNvSpPr/>
          <p:nvPr/>
        </p:nvSpPr>
        <p:spPr bwMode="gray">
          <a:xfrm>
            <a:off x="4371955" y="1635836"/>
            <a:ext cx="3518511" cy="479685"/>
          </a:xfrm>
          <a:prstGeom prst="rect">
            <a:avLst/>
          </a:prstGeom>
          <a:solidFill>
            <a:schemeClr val="accent2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b="1" spc="-20" noProof="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Vorgehen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8EB0F2C-61ED-561B-2DEC-EDE2FB644465}"/>
              </a:ext>
            </a:extLst>
          </p:cNvPr>
          <p:cNvSpPr/>
          <p:nvPr/>
        </p:nvSpPr>
        <p:spPr bwMode="gray">
          <a:xfrm>
            <a:off x="8156419" y="1635836"/>
            <a:ext cx="3518511" cy="479685"/>
          </a:xfrm>
          <a:prstGeom prst="rect">
            <a:avLst/>
          </a:prstGeom>
          <a:solidFill>
            <a:schemeClr val="accent2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1600" b="1" spc="-20" noProof="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Ergebnisse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765641-0C28-21BB-F402-2AFAF8047356}"/>
              </a:ext>
            </a:extLst>
          </p:cNvPr>
          <p:cNvSpPr/>
          <p:nvPr/>
        </p:nvSpPr>
        <p:spPr bwMode="gray">
          <a:xfrm>
            <a:off x="587492" y="2247021"/>
            <a:ext cx="3518511" cy="372347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Energetische Sanierungen &amp; Investitionen blieben trotz Förderungen aus.</a:t>
            </a:r>
          </a:p>
          <a:p>
            <a:pPr>
              <a:spcBef>
                <a:spcPts val="600"/>
              </a:spcBef>
            </a:pPr>
            <a:endParaRPr lang="de-DE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Klassische Ansätze (Information, Gesetze, Subventionen) wirkten zu wenig.</a:t>
            </a:r>
          </a:p>
          <a:p>
            <a:pPr>
              <a:spcBef>
                <a:spcPts val="600"/>
              </a:spcBef>
            </a:pPr>
            <a:endParaRPr lang="de-DE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Ziel: Verstehen, welche psychologischen und sozialen Faktoren Verhalten prägen.</a:t>
            </a: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BE905F4-165A-F6D4-4EED-C48772D9A68B}"/>
              </a:ext>
            </a:extLst>
          </p:cNvPr>
          <p:cNvSpPr/>
          <p:nvPr/>
        </p:nvSpPr>
        <p:spPr bwMode="gray">
          <a:xfrm>
            <a:off x="4371955" y="2247021"/>
            <a:ext cx="3518511" cy="3723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Kooperation AWE × </a:t>
            </a:r>
            <a:r>
              <a:rPr lang="de-CH" sz="16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FehrAdvice</a:t>
            </a: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Interviews, Hypothesenbildung &amp; Online-Experiment mit ~600 Personen.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Test monetärer, sozialer &amp; psychologischer Anreize.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Workshop zur Ableitung von Handlungspfaden (Quick </a:t>
            </a:r>
            <a:r>
              <a:rPr lang="de-CH" sz="16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Wins</a:t>
            </a: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– Change – Transform).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9A45160-08E8-6EB6-CF19-B94C0D5D7C39}"/>
              </a:ext>
            </a:extLst>
          </p:cNvPr>
          <p:cNvSpPr/>
          <p:nvPr/>
        </p:nvSpPr>
        <p:spPr bwMode="gray">
          <a:xfrm>
            <a:off x="8156419" y="2247021"/>
            <a:ext cx="3518511" cy="372347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Vier Hauptbarrieren: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Geringe Selbstwirksamkeit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Kostenwahrnehmung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Mühsamkeit / Aufwand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Fehlende soziale Norm</a:t>
            </a:r>
          </a:p>
          <a:p>
            <a:pPr lvl="1">
              <a:spcBef>
                <a:spcPts val="600"/>
              </a:spcBef>
            </a:pP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Entwicklung des Awareness–</a:t>
            </a:r>
            <a:r>
              <a:rPr lang="de-CH" sz="16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Willingness</a:t>
            </a: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-Modells als Steuerungsrahmen.</a:t>
            </a:r>
          </a:p>
          <a:p>
            <a:pPr>
              <a:spcBef>
                <a:spcPts val="600"/>
              </a:spcBef>
            </a:pPr>
            <a:endParaRPr lang="de-CH" sz="16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CH" sz="16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Empfehlung: Evolution statt Revolution.</a:t>
            </a:r>
          </a:p>
        </p:txBody>
      </p:sp>
    </p:spTree>
    <p:extLst>
      <p:ext uri="{BB962C8B-B14F-4D97-AF65-F5344CB8AC3E}">
        <p14:creationId xmlns:p14="http://schemas.microsoft.com/office/powerpoint/2010/main" val="22045976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98BE-8999-20DA-6BA4-3FCB223D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028FE420-14D8-EEE3-D4FA-F83F3B98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15" y="395149"/>
            <a:ext cx="7921907" cy="433387"/>
          </a:xfrm>
        </p:spPr>
        <p:txBody>
          <a:bodyPr/>
          <a:lstStyle/>
          <a:p>
            <a:r>
              <a:rPr lang="de-DE" sz="1600" noProof="0" dirty="0"/>
              <a:t>Vom Projekt zum St. Galler Energiekonzept 2021–2030</a:t>
            </a:r>
            <a:endParaRPr lang="de-CH" sz="1600" b="0" noProof="0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6BFD705-DF04-4A78-0ECB-D9495260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F40D96-4709-4B48-8A92-40F6ABD2C430}" type="slidenum">
              <a:rPr lang="de-CH" noProof="0">
                <a:solidFill>
                  <a:srgbClr val="002E5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de-CH" noProof="0">
              <a:solidFill>
                <a:srgbClr val="002E54"/>
              </a:solidFill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9F55E1-BBA7-038A-BE36-8A3B25958E27}"/>
              </a:ext>
            </a:extLst>
          </p:cNvPr>
          <p:cNvSpPr txBox="1">
            <a:spLocks/>
          </p:cNvSpPr>
          <p:nvPr/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algn="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noProof="0"/>
              <a:t>FehrAdvice &amp; Partners AG, Juni 2025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E32A0E-2FFB-7C93-314F-ED2D417EC65A}"/>
              </a:ext>
            </a:extLst>
          </p:cNvPr>
          <p:cNvSpPr/>
          <p:nvPr/>
        </p:nvSpPr>
        <p:spPr bwMode="gray">
          <a:xfrm>
            <a:off x="577514" y="1139426"/>
            <a:ext cx="11157285" cy="117258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Das </a:t>
            </a: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FehrAdvice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-Projekt diente als methodische und empirische Grundlage für die Entwicklung des kantonalen Energiekonzepts.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Der Regierungsbericht „Energiepolitik – wie weiter?“ (2020) übernahm die zentralen Befunde und verankerte sie offiziell in der kantonalen Energiepolitik.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D2483C5-D532-F82F-5119-4792D361B8A8}"/>
              </a:ext>
            </a:extLst>
          </p:cNvPr>
          <p:cNvSpPr/>
          <p:nvPr/>
        </p:nvSpPr>
        <p:spPr>
          <a:xfrm>
            <a:off x="758215" y="984828"/>
            <a:ext cx="1581573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Unser Beitrag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713C566-462C-A16E-9202-D694554D3942}"/>
              </a:ext>
            </a:extLst>
          </p:cNvPr>
          <p:cNvSpPr/>
          <p:nvPr/>
        </p:nvSpPr>
        <p:spPr bwMode="gray">
          <a:xfrm>
            <a:off x="577514" y="2622903"/>
            <a:ext cx="11157285" cy="192308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Das Awareness–</a:t>
            </a: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Willingness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-Modell wurde als Denkrahmen für die kantonale Steuerung übernommen.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Die vier Verhaltenstreiber wurden als Hauptbarrieren identifiziert und in die Zielarchitektur integriert.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Daraus entstanden fünf übergeordnete verhaltensökonomische Handlungsfelder: </a:t>
            </a:r>
            <a:r>
              <a:rPr lang="de-DE" sz="1400" b="1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1) Bildung und Wissensaufbau, 2) Kommunikation und Sensibilisierung, 3) Vorbildfunktion öffentlicher Akteure, 4) Dialog und Kooperation mit Anspruchsgruppen, 5) Versorgungs-sicherheit als psychologischer Vertrauensanker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Das politische Leitmotiv „Keine Revolution, sondern Evolution“ stammt direkt aus dem Projekt.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85774D-5EE0-BAC5-40F3-2DE710B27AF7}"/>
              </a:ext>
            </a:extLst>
          </p:cNvPr>
          <p:cNvSpPr/>
          <p:nvPr/>
        </p:nvSpPr>
        <p:spPr>
          <a:xfrm>
            <a:off x="758215" y="2468304"/>
            <a:ext cx="3405268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Übernahme in das Energiekonzept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E8361E1-6B1B-0D85-924A-4A3C30287641}"/>
              </a:ext>
            </a:extLst>
          </p:cNvPr>
          <p:cNvSpPr/>
          <p:nvPr/>
        </p:nvSpPr>
        <p:spPr bwMode="gray">
          <a:xfrm>
            <a:off x="577514" y="4856878"/>
            <a:ext cx="11157285" cy="117258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Die Behavioral-Logik wurde institutionell verankert – im Energiekonzept, im Monitoring und in der Programmgestaltung.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Sie schuf eine gemeinsame Sprache zwischen Politik, Verwaltung und Umsetzungspartnern.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FehrAdvice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konnte dadurch nachhaltig zur Professionalisierung der Energiepolitik beitragen.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0F5D951-4883-1625-DD20-913054A65CBB}"/>
              </a:ext>
            </a:extLst>
          </p:cNvPr>
          <p:cNvSpPr/>
          <p:nvPr/>
        </p:nvSpPr>
        <p:spPr>
          <a:xfrm>
            <a:off x="758215" y="4702280"/>
            <a:ext cx="2415291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Ergebnis und Wirkung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2817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6592-04DF-EA28-4065-ABE10781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530F71E3-E356-03CA-BBAD-F4FFE4C8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15" y="395149"/>
            <a:ext cx="7921907" cy="433387"/>
          </a:xfrm>
        </p:spPr>
        <p:txBody>
          <a:bodyPr/>
          <a:lstStyle/>
          <a:p>
            <a:r>
              <a:rPr lang="de-DE" sz="1600" noProof="0" dirty="0"/>
              <a:t>Erfolgsbericht 2025: Was sich bewährt hat – und wo neue Ansätze liegen</a:t>
            </a:r>
            <a:endParaRPr lang="de-CH" sz="1600" b="0" noProof="0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833BDF61-6113-392B-7F18-DC2F4B53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F40D96-4709-4B48-8A92-40F6ABD2C430}" type="slidenum">
              <a:rPr lang="de-CH" noProof="0">
                <a:solidFill>
                  <a:srgbClr val="002E5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de-CH" noProof="0">
              <a:solidFill>
                <a:srgbClr val="002E54"/>
              </a:solidFill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91083FB7-2DA7-7404-1499-CED8B012714B}"/>
              </a:ext>
            </a:extLst>
          </p:cNvPr>
          <p:cNvSpPr txBox="1">
            <a:spLocks/>
          </p:cNvSpPr>
          <p:nvPr/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algn="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noProof="0"/>
              <a:t>FehrAdvice &amp; Partners AG, Juni 2025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72FD90A-CC90-6D30-D9BD-9851D87DBAE3}"/>
              </a:ext>
            </a:extLst>
          </p:cNvPr>
          <p:cNvSpPr/>
          <p:nvPr/>
        </p:nvSpPr>
        <p:spPr bwMode="gray">
          <a:xfrm>
            <a:off x="577514" y="1139427"/>
            <a:ext cx="5258510" cy="1576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Behavioral-Ansatz bleibt offizieller Steuerungsrahmen.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Awareness in Bevölkerung stabil, Beteiligung steigt.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Kooperation &amp; Kommunikation funktionieren besser.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Soziale Mechanismen (z. B. Wärmenetze) fördern Mitmachen.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0103D9-AC1E-3ACD-2286-E0907B73A811}"/>
              </a:ext>
            </a:extLst>
          </p:cNvPr>
          <p:cNvSpPr/>
          <p:nvPr/>
        </p:nvSpPr>
        <p:spPr>
          <a:xfrm>
            <a:off x="758215" y="984828"/>
            <a:ext cx="2415291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Was sich bewährt hat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57ACBB0-7C7E-6166-8668-8EA39A27EDB1}"/>
              </a:ext>
            </a:extLst>
          </p:cNvPr>
          <p:cNvSpPr/>
          <p:nvPr/>
        </p:nvSpPr>
        <p:spPr bwMode="gray">
          <a:xfrm>
            <a:off x="577514" y="3181796"/>
            <a:ext cx="11157285" cy="298592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Die Energiepolitik tritt in eine neue Phase: Behavioral Resilienz – Verhalten muss auch dann stabil bleiben, wenn Rahmenbedingungen sich ändern.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Daraus ergeben sich drei zentrale Weiterentwicklungsfelder: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Behavioral </a:t>
            </a: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Governance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Assessment: Prüfung der Robustheit von Entscheidungs- und Anreizstrukturen.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Segmentierte </a:t>
            </a: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Willingness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-Profile: </a:t>
            </a: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Massnahmen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differenziert nach Bewusstseins- und Motivationsniveau.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Friction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Design: Reduktion psychologischer und administrativer Hürden, Fokus auf Einfachheit und Anschlussfähigkeit.</a:t>
            </a:r>
          </a:p>
          <a:p>
            <a:pPr>
              <a:spcBef>
                <a:spcPts val="600"/>
              </a:spcBef>
            </a:pPr>
            <a:endParaRPr lang="de-DE" sz="1400" spc="-2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de-DE" sz="1400" b="1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Ziel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: Die erfolgreiche Behavioral-Architektur der Energiepolitik konsolidieren und für die nächste Umsetzungsphase (2030+) weiterentwickeln.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DA0D6E-D1AF-E856-75A9-CB2F5A06E54F}"/>
              </a:ext>
            </a:extLst>
          </p:cNvPr>
          <p:cNvSpPr/>
          <p:nvPr/>
        </p:nvSpPr>
        <p:spPr>
          <a:xfrm>
            <a:off x="758215" y="3027198"/>
            <a:ext cx="3777926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Wie wir gemeinsam ansetzen könnten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76D841-E118-778D-D3B9-50B27C3495FD}"/>
              </a:ext>
            </a:extLst>
          </p:cNvPr>
          <p:cNvSpPr/>
          <p:nvPr/>
        </p:nvSpPr>
        <p:spPr bwMode="gray">
          <a:xfrm>
            <a:off x="6355976" y="1139427"/>
            <a:ext cx="5258510" cy="1576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252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Willingness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reagiert stark auf Preis- &amp; Unsicherheitsfaktoren.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Massnahmen</a:t>
            </a: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 waren und sind eher generisch und nicht segmentspezifisch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 spc="-20" noProof="0" dirty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Komplexe Prozesse mindern Einfachheit im Vollzug.</a:t>
            </a:r>
            <a:endParaRPr lang="de-CH" sz="1400" spc="-20" noProof="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D4B9B45-195E-F80B-C88A-FF531A38A70C}"/>
              </a:ext>
            </a:extLst>
          </p:cNvPr>
          <p:cNvSpPr/>
          <p:nvPr/>
        </p:nvSpPr>
        <p:spPr>
          <a:xfrm>
            <a:off x="6536677" y="984828"/>
            <a:ext cx="3118311" cy="43338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  <a:defRPr/>
            </a:pPr>
            <a:r>
              <a:rPr lang="de-CH" sz="1600" b="1" i="1" cap="small" spc="-2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Wo es noch Ansatzpunkte gibt</a:t>
            </a:r>
            <a:endParaRPr lang="de-CH" sz="1400" b="1" i="1" cap="small" spc="-20" noProof="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9129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69C1-AC68-AA9F-8D84-951DF7FB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AC99C53-21F3-6FE8-DA5D-903820E0B02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939E00C-414B-4183-A14D-4B4F4357138A}" type="slidenum">
              <a:rPr lang="de-CH" noProof="0" smtClean="0">
                <a:solidFill>
                  <a:srgbClr val="002E5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de-CH" noProof="0">
              <a:solidFill>
                <a:srgbClr val="002E54"/>
              </a:solidFill>
            </a:endParaRPr>
          </a:p>
        </p:txBody>
      </p:sp>
      <p:pic>
        <p:nvPicPr>
          <p:cNvPr id="3" name="Postkarten_A6_lay-2.jpg" descr="Postkarten_A6_lay-2.jpg">
            <a:extLst>
              <a:ext uri="{FF2B5EF4-FFF2-40B4-BE49-F238E27FC236}">
                <a16:creationId xmlns:a16="http://schemas.microsoft.com/office/drawing/2014/main" id="{840DBF94-3894-7895-2802-DF83F68C0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000" y="1270162"/>
            <a:ext cx="6768000" cy="480109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805D09A0-F4F4-64DB-A187-1C3437332DB7}"/>
              </a:ext>
            </a:extLst>
          </p:cNvPr>
          <p:cNvSpPr txBox="1">
            <a:spLocks/>
          </p:cNvSpPr>
          <p:nvPr/>
        </p:nvSpPr>
        <p:spPr>
          <a:xfrm>
            <a:off x="4163483" y="6524625"/>
            <a:ext cx="7200900" cy="196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algn="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8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noProof="0"/>
              <a:t>FehrAdvice &amp; Partners AG, Juni 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29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VOTINGSHAPEVISIBLE" val="True"/>
  <p:tag name="SOFTVOTE PROP CURRENTTIME" val="-1"/>
</p:tagLst>
</file>

<file path=ppt/theme/theme1.xml><?xml version="1.0" encoding="utf-8"?>
<a:theme xmlns:a="http://schemas.openxmlformats.org/drawingml/2006/main" name="FAP Theme">
  <a:themeElements>
    <a:clrScheme name="fehr advice">
      <a:dk1>
        <a:srgbClr val="002E54"/>
      </a:dk1>
      <a:lt1>
        <a:sysClr val="window" lastClr="FFFFFF"/>
      </a:lt1>
      <a:dk2>
        <a:srgbClr val="707173"/>
      </a:dk2>
      <a:lt2>
        <a:srgbClr val="F2F2F2"/>
      </a:lt2>
      <a:accent1>
        <a:srgbClr val="002E54"/>
      </a:accent1>
      <a:accent2>
        <a:srgbClr val="335875"/>
      </a:accent2>
      <a:accent3>
        <a:srgbClr val="668298"/>
      </a:accent3>
      <a:accent4>
        <a:srgbClr val="99ABBA"/>
      </a:accent4>
      <a:accent5>
        <a:srgbClr val="CCD5DD"/>
      </a:accent5>
      <a:accent6>
        <a:srgbClr val="707173"/>
      </a:accent6>
      <a:hlink>
        <a:srgbClr val="707173"/>
      </a:hlink>
      <a:folHlink>
        <a:srgbClr val="333333"/>
      </a:folHlink>
    </a:clrScheme>
    <a:fontScheme name="FehrAdv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BEEF1"/>
        </a:solidFill>
        <a:ln w="9525">
          <a:noFill/>
          <a:prstDash val="solid"/>
        </a:ln>
      </a:spPr>
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100" b="1" spc="-20" dirty="0" smtClean="0">
            <a:solidFill>
              <a:schemeClr val="accent1"/>
            </a:solidFill>
            <a:latin typeface="Arial" pitchFamily="34" charset="0"/>
            <a:ea typeface="ＭＳ Ｐゴシック" pitchFamily="34" charset="-128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>
              <a:lumMod val="60000"/>
              <a:lumOff val="40000"/>
            </a:schemeClr>
          </a:solidFill>
          <a:prstDash val="lg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marL="144000" indent="-144000">
          <a:spcBef>
            <a:spcPts val="600"/>
          </a:spcBef>
          <a:buFont typeface="Wingdings" pitchFamily="2" charset="2"/>
          <a:buChar char="§"/>
          <a:defRPr sz="1100" spc="-20" dirty="0" smtClean="0">
            <a:solidFill>
              <a:schemeClr val="accent1"/>
            </a:solidFill>
            <a:cs typeface="Arial" pitchFamily="34" charset="0"/>
          </a:defRPr>
        </a:defPPr>
      </a:lstStyle>
    </a:txDef>
  </a:objectDefaults>
  <a:extraClrSchemeLst>
    <a:extraClrScheme>
      <a:clrScheme name="fehr_advice 1">
        <a:dk1>
          <a:srgbClr val="000000"/>
        </a:dk1>
        <a:lt1>
          <a:srgbClr val="FFFFFF"/>
        </a:lt1>
        <a:dk2>
          <a:srgbClr val="707173"/>
        </a:dk2>
        <a:lt2>
          <a:srgbClr val="F2F2F2"/>
        </a:lt2>
        <a:accent1>
          <a:srgbClr val="002E54"/>
        </a:accent1>
        <a:accent2>
          <a:srgbClr val="335875"/>
        </a:accent2>
        <a:accent3>
          <a:srgbClr val="FFFFFF"/>
        </a:accent3>
        <a:accent4>
          <a:srgbClr val="000000"/>
        </a:accent4>
        <a:accent5>
          <a:srgbClr val="AAADB3"/>
        </a:accent5>
        <a:accent6>
          <a:srgbClr val="2D4F69"/>
        </a:accent6>
        <a:hlink>
          <a:srgbClr val="70717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Texthinterlegung">
      <a:srgbClr val="EBEEF1"/>
    </a:custClr>
    <a:custClr name="Hinterlegung Diagramme; Tabelle links; Zitate">
      <a:srgbClr val="CFDEEA"/>
    </a:custClr>
    <a:custClr name="Hinterlegung Matrix; Textboxen links">
      <a:srgbClr val="A0BED5"/>
    </a:custClr>
    <a:custClr name="Hervorhebung Text; Tabelle oben">
      <a:srgbClr val="709DC1"/>
    </a:custClr>
    <a:custClr name="Diagrammfarbe 1; Tabelle innen">
      <a:srgbClr val="E0E6EA"/>
    </a:custClr>
    <a:custClr name="Diagrammfarbe 2">
      <a:srgbClr val="C2CDD6"/>
    </a:custClr>
    <a:custClr name="Diagrammfarbe 3">
      <a:srgbClr val="A3B4C1"/>
    </a:custClr>
    <a:custClr name="Diagrammfarbe 4">
      <a:srgbClr val="668298"/>
    </a:custClr>
    <a:custClr name="Textbalken grau">
      <a:srgbClr val="E2E3E3"/>
    </a:custClr>
    <a:custClr name="Kommentar; Hinweis">
      <a:srgbClr val="CCD5DD"/>
    </a:custClr>
  </a:custClrLst>
  <a:extLst>
    <a:ext uri="{05A4C25C-085E-4340-85A3-A5531E510DB2}">
      <thm15:themeFamily xmlns:thm15="http://schemas.microsoft.com/office/thememl/2012/main" name="FAP Theme" id="{4F821659-3C25-4BBD-B320-F7974D2C4F31}" vid="{47DA1BBC-7E87-4838-A432-68A8B65B593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0D2B3063C4E264C9E5F0F1D60E86718" ma:contentTypeVersion="14" ma:contentTypeDescription="Ein neues Dokument erstellen." ma:contentTypeScope="" ma:versionID="cc281fab27ca81bcd7565f01cb4d68d9">
  <xsd:schema xmlns:xsd="http://www.w3.org/2001/XMLSchema" xmlns:xs="http://www.w3.org/2001/XMLSchema" xmlns:p="http://schemas.microsoft.com/office/2006/metadata/properties" xmlns:ns2="22b93269-5caf-4dc6-b55d-1a5e2a07c9bb" xmlns:ns3="1f0ff997-4745-4ac6-8685-72dfae205cf9" targetNamespace="http://schemas.microsoft.com/office/2006/metadata/properties" ma:root="true" ma:fieldsID="a198bdf3f995029e9c32a4536da3169f" ns2:_="" ns3:_="">
    <xsd:import namespace="22b93269-5caf-4dc6-b55d-1a5e2a07c9bb"/>
    <xsd:import namespace="1f0ff997-4745-4ac6-8685-72dfae205c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93269-5caf-4dc6-b55d-1a5e2a07c9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de2a84-3327-4e20-8923-ce2fe6bda1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ff997-4745-4ac6-8685-72dfae205cf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218f2cc-26d4-462f-8d90-0b892c158fec}" ma:internalName="TaxCatchAll" ma:showField="CatchAllData" ma:web="1f0ff997-4745-4ac6-8685-72dfae205c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0ff997-4745-4ac6-8685-72dfae205cf9" xsi:nil="true"/>
    <lcf76f155ced4ddcb4097134ff3c332f xmlns="22b93269-5caf-4dc6-b55d-1a5e2a07c9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5D87A4-DFF9-4D01-90C1-982907850158}"/>
</file>

<file path=customXml/itemProps2.xml><?xml version="1.0" encoding="utf-8"?>
<ds:datastoreItem xmlns:ds="http://schemas.openxmlformats.org/officeDocument/2006/customXml" ds:itemID="{B1B7F3CC-02C7-4178-B633-879ACF043C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91DC85-BA53-47A5-934E-25F0A1737E39}">
  <ds:schemaRefs>
    <ds:schemaRef ds:uri="60823e36-722b-4968-9626-9d93ad32f269"/>
    <ds:schemaRef ds:uri="8c5c5008-812d-4bbb-9d6c-fc5ee76af07c"/>
    <ds:schemaRef ds:uri="b0d83612-56e0-471b-b3f3-6090d644a53a"/>
    <ds:schemaRef ds:uri="f828f480-39c4-4abf-b842-47960b71a3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513</Words>
  <Application>Microsoft Office PowerPoint</Application>
  <PresentationFormat>Breitbild</PresentationFormat>
  <Paragraphs>72</Paragraphs>
  <Slides>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Arial</vt:lpstr>
      <vt:lpstr>Times New Roman</vt:lpstr>
      <vt:lpstr>Wingdings</vt:lpstr>
      <vt:lpstr>FAP Theme</vt:lpstr>
      <vt:lpstr>Gemeinsamer Austausch</vt:lpstr>
      <vt:lpstr>Gemeinsames Projekt „Energiepolitik – wie weiter?</vt:lpstr>
      <vt:lpstr>Vom Projekt zum St. Galler Energiekonzept 2021–2030</vt:lpstr>
      <vt:lpstr>Erfolgsbericht 2025: Was sich bewährt hat – und wo neue Ansätze liegen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Manuel Fahrbach</cp:lastModifiedBy>
  <cp:revision>2</cp:revision>
  <dcterms:created xsi:type="dcterms:W3CDTF">2024-10-21T12:31:14Z</dcterms:created>
  <dcterms:modified xsi:type="dcterms:W3CDTF">2025-11-17T11:29:26Z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0x010100C0D2B3063C4E264C9E5F0F1D60E86718</vt:lpwstr>
  </property>
</Properties>
</file>